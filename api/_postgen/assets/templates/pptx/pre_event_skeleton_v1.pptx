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【預告海報 · 1 頁】</a:t>
            </a:r>
          </a:p>
          <a:p>
            <a:r>
              <a:t>請在此頁套上品牌視覺（背景、色塊、Logo、字體、字級、位置皆可自由調整）。</a:t>
            </a:r>
          </a:p>
          <a:p>
            <a:r>
              <a:t>規則：</a:t>
            </a:r>
          </a:p>
          <a:p>
            <a:r>
              <a:t>1. 保留所有 {{TOKEN}} 文字，不要改寫 token 內容、不要在 token 中間換格式。</a:t>
            </a:r>
          </a:p>
          <a:p>
            <a:r>
              <a:t>2. 每個 token 請維持在同一個文字框、同一段落、同一格式。</a:t>
            </a:r>
          </a:p>
          <a:p>
            <a:r>
              <a:t>3. 灰色提示字（斜體）可刪除。</a:t>
            </a:r>
          </a:p>
          <a:p>
            <a:r>
              <a:t>4. 照片框 PHOTO_HOST 請保留名稱（可改大小/位置/樣式）。</a:t>
            </a:r>
          </a:p>
          <a:p>
            <a:r>
              <a:t>5. {{HEADLINE}} 為 AI 產生的主標語，請給它最大的視覺份量。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_THEME"/>
          <p:cNvSpPr txBox="1"/>
          <p:nvPr/>
        </p:nvSpPr>
        <p:spPr>
          <a:xfrm>
            <a:off x="666750" y="1428750"/>
            <a:ext cx="5334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{{THEME}}</a:t>
            </a:r>
          </a:p>
          <a:p>
            <a:r>
              <a:rPr sz="1000" i="1">
                <a:solidFill>
                  <a:srgbClr val="8A8A8A"/>
                </a:solidFill>
              </a:rPr>
              <a:t>主題中英（事實，來自輸入）</a:t>
            </a:r>
          </a:p>
        </p:txBody>
      </p:sp>
      <p:sp>
        <p:nvSpPr>
          <p:cNvPr id="3" name="TXT_HEADLINE"/>
          <p:cNvSpPr txBox="1"/>
          <p:nvPr/>
        </p:nvSpPr>
        <p:spPr>
          <a:xfrm>
            <a:off x="666750" y="2190750"/>
            <a:ext cx="5334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222222"/>
                </a:solidFill>
              </a:rPr>
              <a:t>{{HEADLINE}}</a:t>
            </a:r>
          </a:p>
          <a:p>
            <a:r>
              <a:rPr sz="1000" i="1">
                <a:solidFill>
                  <a:srgbClr val="8A8A8A"/>
                </a:solidFill>
              </a:rPr>
              <a:t>AI 主標語 — 主視覺重點</a:t>
            </a:r>
          </a:p>
        </p:txBody>
      </p:sp>
      <p:sp>
        <p:nvSpPr>
          <p:cNvPr id="4" name="TXT_QUESTION_ZH"/>
          <p:cNvSpPr txBox="1"/>
          <p:nvPr/>
        </p:nvSpPr>
        <p:spPr>
          <a:xfrm>
            <a:off x="666750" y="4286250"/>
            <a:ext cx="5334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{{QUESTION_ZH}}</a:t>
            </a:r>
          </a:p>
          <a:p>
            <a:r>
              <a:rPr sz="1000" i="1">
                <a:solidFill>
                  <a:srgbClr val="8A8A8A"/>
                </a:solidFill>
              </a:rPr>
              <a:t>本週問句（中）</a:t>
            </a:r>
          </a:p>
        </p:txBody>
      </p:sp>
      <p:sp>
        <p:nvSpPr>
          <p:cNvPr id="5" name="TXT_QUESTION_EN"/>
          <p:cNvSpPr txBox="1"/>
          <p:nvPr/>
        </p:nvSpPr>
        <p:spPr>
          <a:xfrm>
            <a:off x="666750" y="5429250"/>
            <a:ext cx="5334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{{QUESTION_EN}}</a:t>
            </a:r>
          </a:p>
          <a:p>
            <a:r>
              <a:rPr sz="1000" i="1">
                <a:solidFill>
                  <a:srgbClr val="8A8A8A"/>
                </a:solidFill>
              </a:rPr>
              <a:t>本週問句（英，可能為空）</a:t>
            </a:r>
          </a:p>
        </p:txBody>
      </p:sp>
      <p:sp>
        <p:nvSpPr>
          <p:cNvPr id="6" name="PHOTO_HOST"/>
          <p:cNvSpPr/>
          <p:nvPr/>
        </p:nvSpPr>
        <p:spPr>
          <a:xfrm>
            <a:off x="6096000" y="2857500"/>
            <a:ext cx="3619500" cy="4572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PHOTO_HOST
主持人照片（開檔後替換）</a:t>
            </a:r>
          </a:p>
        </p:txBody>
      </p:sp>
      <p:sp>
        <p:nvSpPr>
          <p:cNvPr id="7" name="TXT_HOST_NAME"/>
          <p:cNvSpPr txBox="1"/>
          <p:nvPr/>
        </p:nvSpPr>
        <p:spPr>
          <a:xfrm>
            <a:off x="6096000" y="7572375"/>
            <a:ext cx="3619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</a:rPr>
              <a:t>{{HOST_NAME}}</a:t>
            </a:r>
          </a:p>
          <a:p>
            <a:r>
              <a:rPr sz="1000" i="1">
                <a:solidFill>
                  <a:srgbClr val="8A8A8A"/>
                </a:solidFill>
              </a:rPr>
              <a:t>主持人姓名（事實）</a:t>
            </a:r>
          </a:p>
        </p:txBody>
      </p:sp>
      <p:sp>
        <p:nvSpPr>
          <p:cNvPr id="8" name="TXT_DATE"/>
          <p:cNvSpPr txBox="1"/>
          <p:nvPr/>
        </p:nvSpPr>
        <p:spPr>
          <a:xfrm>
            <a:off x="666750" y="10096500"/>
            <a:ext cx="285750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{{DATE}}</a:t>
            </a:r>
          </a:p>
          <a:p>
            <a:r>
              <a:rPr sz="1000" i="1">
                <a:solidFill>
                  <a:srgbClr val="8A8A8A"/>
                </a:solidFill>
              </a:rPr>
              <a:t>日期</a:t>
            </a:r>
          </a:p>
        </p:txBody>
      </p:sp>
      <p:sp>
        <p:nvSpPr>
          <p:cNvPr id="9" name="TXT_TIME"/>
          <p:cNvSpPr txBox="1"/>
          <p:nvPr/>
        </p:nvSpPr>
        <p:spPr>
          <a:xfrm>
            <a:off x="3619500" y="10096500"/>
            <a:ext cx="285750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{{TIME}}</a:t>
            </a:r>
          </a:p>
          <a:p>
            <a:r>
              <a:rPr sz="1000" i="1">
                <a:solidFill>
                  <a:srgbClr val="8A8A8A"/>
                </a:solidFill>
              </a:rPr>
              <a:t>時間</a:t>
            </a:r>
          </a:p>
        </p:txBody>
      </p:sp>
      <p:sp>
        <p:nvSpPr>
          <p:cNvPr id="10" name="TXT_VENUE"/>
          <p:cNvSpPr txBox="1"/>
          <p:nvPr/>
        </p:nvSpPr>
        <p:spPr>
          <a:xfrm>
            <a:off x="666750" y="10668000"/>
            <a:ext cx="58102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{{VENUE}}</a:t>
            </a:r>
          </a:p>
          <a:p>
            <a:r>
              <a:rPr sz="1000" i="1">
                <a:solidFill>
                  <a:srgbClr val="8A8A8A"/>
                </a:solidFill>
              </a:rPr>
              <a:t>地點</a:t>
            </a:r>
          </a:p>
        </p:txBody>
      </p:sp>
      <p:sp>
        <p:nvSpPr>
          <p:cNvPr id="11" name="TXT_TRANSPORT"/>
          <p:cNvSpPr txBox="1"/>
          <p:nvPr/>
        </p:nvSpPr>
        <p:spPr>
          <a:xfrm>
            <a:off x="666750" y="11239500"/>
            <a:ext cx="58102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{{TRANSPORT}}</a:t>
            </a:r>
          </a:p>
          <a:p>
            <a:r>
              <a:rPr sz="1000" i="1">
                <a:solidFill>
                  <a:srgbClr val="8A8A8A"/>
                </a:solidFill>
              </a:rPr>
              <a:t>交通</a:t>
            </a:r>
          </a:p>
        </p:txBody>
      </p:sp>
      <p:sp>
        <p:nvSpPr>
          <p:cNvPr id="12" name="TXT_FEE"/>
          <p:cNvSpPr txBox="1"/>
          <p:nvPr/>
        </p:nvSpPr>
        <p:spPr>
          <a:xfrm>
            <a:off x="6667500" y="10668000"/>
            <a:ext cx="304800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{{FEE}}</a:t>
            </a:r>
          </a:p>
          <a:p>
            <a:r>
              <a:rPr sz="1000" i="1">
                <a:solidFill>
                  <a:srgbClr val="8A8A8A"/>
                </a:solidFill>
              </a:rPr>
              <a:t>費用</a:t>
            </a:r>
          </a:p>
        </p:txBody>
      </p:sp>
      <p:sp>
        <p:nvSpPr>
          <p:cNvPr id="13" name="TXT_REGISTER_URL"/>
          <p:cNvSpPr txBox="1"/>
          <p:nvPr/>
        </p:nvSpPr>
        <p:spPr>
          <a:xfrm>
            <a:off x="666750" y="11811000"/>
            <a:ext cx="90487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{{REGISTER_URL}}</a:t>
            </a:r>
          </a:p>
          <a:p>
            <a:r>
              <a:rPr sz="1000" i="1">
                <a:solidFill>
                  <a:srgbClr val="8A8A8A"/>
                </a:solidFill>
              </a:rPr>
              <a:t>報名連結（事實／品牌固定值）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