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封面】品牌黃底 x 藍字 x 紅色重點。</a:t>
            </a:r>
          </a:p>
          <a:p>
            <a:r>
              <a:t>保留 {{TOKEN}} 與 PHOTO_GROUP 名稱；頁序固定：封面 → 角色頁x5 → 封底，勿調換或插入新頁。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1／5】</a:t>
            </a:r>
          </a:p>
          <a:p>
            <a:r>
              <a:t>每頁 4 位，依角色類型分組填入。程式會填需要的頁數並刪除多餘頁 → 5 頁請維持相同版式。</a:t>
            </a:r>
          </a:p>
          <a:p>
            <a:r>
              <a:t>{{GROUP_TITLE}} 會填入「主持群／功能組／演講員／講評群」等。</a:t>
            </a:r>
          </a:p>
          <a:p>
            <a:r>
              <a:t>PHOTO_ROLE_1~4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2／5】</a:t>
            </a:r>
          </a:p>
          <a:p>
            <a:r>
              <a:t>每頁 4 位，依角色類型分組填入。程式會填需要的頁數並刪除多餘頁 → 5 頁請維持相同版式。</a:t>
            </a:r>
          </a:p>
          <a:p>
            <a:r>
              <a:t>{{GROUP_TITLE}} 會填入「主持群／功能組／演講員／講評群」等。</a:t>
            </a:r>
          </a:p>
          <a:p>
            <a:r>
              <a:t>PHOTO_ROLE_1~4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3／5】</a:t>
            </a:r>
          </a:p>
          <a:p>
            <a:r>
              <a:t>每頁 4 位，依角色類型分組填入。程式會填需要的頁數並刪除多餘頁 → 5 頁請維持相同版式。</a:t>
            </a:r>
          </a:p>
          <a:p>
            <a:r>
              <a:t>{{GROUP_TITLE}} 會填入「主持群／功能組／演講員／講評群」等。</a:t>
            </a:r>
          </a:p>
          <a:p>
            <a:r>
              <a:t>PHOTO_ROLE_1~4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4／5】</a:t>
            </a:r>
          </a:p>
          <a:p>
            <a:r>
              <a:t>每頁 4 位，依角色類型分組填入。程式會填需要的頁數並刪除多餘頁 → 5 頁請維持相同版式。</a:t>
            </a:r>
          </a:p>
          <a:p>
            <a:r>
              <a:t>{{GROUP_TITLE}} 會填入「主持群／功能組／演講員／講評群」等。</a:t>
            </a:r>
          </a:p>
          <a:p>
            <a:r>
              <a:t>PHOTO_ROLE_1~4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角色亮點頁 5／5】</a:t>
            </a:r>
          </a:p>
          <a:p>
            <a:r>
              <a:t>每頁 4 位，依角色類型分組填入。程式會填需要的頁數並刪除多餘頁 → 5 頁請維持相同版式。</a:t>
            </a:r>
          </a:p>
          <a:p>
            <a:r>
              <a:t>{{GROUP_TITLE}} 會填入「主持群／功能組／演講員／講評群」等。</a:t>
            </a:r>
          </a:p>
          <a:p>
            <a:r>
              <a:t>PHOTO_ROLE_1~4 為選用人像框，保留名稱即可。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【回顧 · 封底】{{BRAND_SIGNATURE}} 為品牌定位句，由系統逐字帶入、不可改寫。</a:t>
            </a:r>
          </a:p>
          <a:p>
            <a:r>
              <a:t>保留所有 {{TOKEN}} 與 PHOTO_GROUP 名稱。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R_TOP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_PLACEHOLDER"/>
          <p:cNvSpPr/>
          <p:nvPr/>
        </p:nvSpPr>
        <p:spPr>
          <a:xfrm>
            <a:off x="8382000" y="571500"/>
            <a:ext cx="1238250" cy="1238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LOGO</a:t>
            </a:r>
          </a:p>
        </p:txBody>
      </p:sp>
      <p:sp>
        <p:nvSpPr>
          <p:cNvPr id="5" name="TXT_HEADLINE"/>
          <p:cNvSpPr txBox="1"/>
          <p:nvPr/>
        </p:nvSpPr>
        <p:spPr>
          <a:xfrm>
            <a:off x="571500" y="857250"/>
            <a:ext cx="7429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003B5C"/>
                </a:solidFill>
              </a:rPr>
              <a:t>{{HEADLINE}}</a:t>
            </a:r>
          </a:p>
        </p:txBody>
      </p:sp>
      <p:sp>
        <p:nvSpPr>
          <p:cNvPr id="6" name="TXT_TAGS"/>
          <p:cNvSpPr txBox="1"/>
          <p:nvPr/>
        </p:nvSpPr>
        <p:spPr>
          <a:xfrm>
            <a:off x="571500" y="2857500"/>
            <a:ext cx="66675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</a:rPr>
              <a:t>#跳脫舒適圈　#突破自我</a:t>
            </a:r>
          </a:p>
        </p:txBody>
      </p:sp>
      <p:sp>
        <p:nvSpPr>
          <p:cNvPr id="7" name="PHOTO_GROUP"/>
          <p:cNvSpPr/>
          <p:nvPr/>
        </p:nvSpPr>
        <p:spPr>
          <a:xfrm>
            <a:off x="571500" y="3524250"/>
            <a:ext cx="9144000" cy="40957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PHOTO_GROUP
團體照（開檔後替換）</a:t>
            </a:r>
          </a:p>
        </p:txBody>
      </p:sp>
      <p:sp>
        <p:nvSpPr>
          <p:cNvPr id="8" name="DATE_BLOCK"/>
          <p:cNvSpPr/>
          <p:nvPr/>
        </p:nvSpPr>
        <p:spPr>
          <a:xfrm>
            <a:off x="571500" y="8001000"/>
            <a:ext cx="4000500" cy="742950"/>
          </a:xfrm>
          <a:prstGeom prst="roundRect">
            <a:avLst>
              <a:gd name="adj" fmla="val 5000"/>
            </a:avLst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MEETING_DATE"/>
          <p:cNvSpPr txBox="1"/>
          <p:nvPr/>
        </p:nvSpPr>
        <p:spPr>
          <a:xfrm>
            <a:off x="781050" y="8153400"/>
            <a:ext cx="36195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7E6"/>
                </a:solidFill>
              </a:rPr>
              <a:t>{{MEETING_DATE}}</a:t>
            </a:r>
          </a:p>
        </p:txBody>
      </p:sp>
      <p:sp>
        <p:nvSpPr>
          <p:cNvPr id="10" name="TXT_RECAP"/>
          <p:cNvSpPr txBox="1"/>
          <p:nvPr/>
        </p:nvSpPr>
        <p:spPr>
          <a:xfrm>
            <a:off x="4762500" y="8153400"/>
            <a:ext cx="28575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3B5C"/>
                </a:solidFill>
              </a:rPr>
              <a:t>例會回顧</a:t>
            </a:r>
          </a:p>
        </p:txBody>
      </p:sp>
      <p:sp>
        <p:nvSpPr>
          <p:cNvPr id="11" name="DIV"/>
          <p:cNvSpPr/>
          <p:nvPr/>
        </p:nvSpPr>
        <p:spPr>
          <a:xfrm>
            <a:off x="571500" y="9010650"/>
            <a:ext cx="9144000" cy="2857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ORG"/>
          <p:cNvSpPr txBox="1"/>
          <p:nvPr/>
        </p:nvSpPr>
        <p:spPr>
          <a:xfrm>
            <a:off x="571500" y="9201150"/>
            <a:ext cx="91440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3B5C"/>
                </a:solidFill>
              </a:rPr>
              <a:t>Chill Hi High Toastmasters · 中英雙語國際演講會</a:t>
            </a:r>
          </a:p>
        </p:txBody>
      </p:sp>
      <p:sp>
        <p:nvSpPr>
          <p:cNvPr id="13" name="TXT_THEME"/>
          <p:cNvSpPr txBox="1"/>
          <p:nvPr/>
        </p:nvSpPr>
        <p:spPr>
          <a:xfrm>
            <a:off x="571500" y="9715500"/>
            <a:ext cx="9144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3B5C"/>
                </a:solidFill>
              </a:rPr>
              <a:t>會議主題　</a:t>
            </a:r>
            <a:r>
              <a:rPr sz="2800" b="1" i="0">
                <a:solidFill>
                  <a:srgbClr val="C0392B"/>
                </a:solidFill>
              </a:rPr>
              <a:t>{{THEME}}</a:t>
            </a:r>
          </a:p>
        </p:txBody>
      </p:sp>
      <p:sp>
        <p:nvSpPr>
          <p:cNvPr id="14" name="TXT_QUESTION_ZH"/>
          <p:cNvSpPr txBox="1"/>
          <p:nvPr/>
        </p:nvSpPr>
        <p:spPr>
          <a:xfrm>
            <a:off x="571500" y="10382250"/>
            <a:ext cx="91440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22B18"/>
                </a:solidFill>
              </a:rPr>
              <a:t>{{QUESTION_ZH}}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AR"/>
          <p:cNvSpPr/>
          <p:nvPr/>
        </p:nvSpPr>
        <p:spPr>
          <a:xfrm>
            <a:off x="0" y="0"/>
            <a:ext cx="10287000" cy="95250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T_GROUP_TITLE"/>
          <p:cNvSpPr txBox="1"/>
          <p:nvPr/>
        </p:nvSpPr>
        <p:spPr>
          <a:xfrm>
            <a:off x="571500" y="2286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7E6"/>
                </a:solidFill>
              </a:rPr>
              <a:t>{{GROUP_TITLE}}</a:t>
            </a:r>
          </a:p>
        </p:txBody>
      </p:sp>
      <p:sp>
        <p:nvSpPr>
          <p:cNvPr id="5" name="HDR_ACCENT"/>
          <p:cNvSpPr/>
          <p:nvPr/>
        </p:nvSpPr>
        <p:spPr>
          <a:xfrm>
            <a:off x="0" y="952500"/>
            <a:ext cx="102870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476250" y="133350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OTO_ROLE_1"/>
          <p:cNvSpPr/>
          <p:nvPr/>
        </p:nvSpPr>
        <p:spPr>
          <a:xfrm>
            <a:off x="685800" y="161925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8" name="TXT_ROLE_1_HEAD"/>
          <p:cNvSpPr txBox="1"/>
          <p:nvPr/>
        </p:nvSpPr>
        <p:spPr>
          <a:xfrm>
            <a:off x="2819400" y="160020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{{ROLE_1_HEAD}}</a:t>
            </a:r>
          </a:p>
        </p:txBody>
      </p:sp>
      <p:sp>
        <p:nvSpPr>
          <p:cNvPr id="9" name="TXT_ROLE_1_BODY"/>
          <p:cNvSpPr txBox="1"/>
          <p:nvPr/>
        </p:nvSpPr>
        <p:spPr>
          <a:xfrm>
            <a:off x="2819400" y="220980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{{ROLE_1_BODY}}</a:t>
            </a:r>
          </a:p>
        </p:txBody>
      </p:sp>
      <p:sp>
        <p:nvSpPr>
          <p:cNvPr id="10" name="CARD_2"/>
          <p:cNvSpPr/>
          <p:nvPr/>
        </p:nvSpPr>
        <p:spPr>
          <a:xfrm>
            <a:off x="476250" y="404812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HOTO_ROLE_2"/>
          <p:cNvSpPr/>
          <p:nvPr/>
        </p:nvSpPr>
        <p:spPr>
          <a:xfrm>
            <a:off x="685800" y="433387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2" name="TXT_ROLE_2_HEAD"/>
          <p:cNvSpPr txBox="1"/>
          <p:nvPr/>
        </p:nvSpPr>
        <p:spPr>
          <a:xfrm>
            <a:off x="2819400" y="431482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{{ROLE_2_HEAD}}</a:t>
            </a:r>
          </a:p>
        </p:txBody>
      </p:sp>
      <p:sp>
        <p:nvSpPr>
          <p:cNvPr id="13" name="TXT_ROLE_2_BODY"/>
          <p:cNvSpPr txBox="1"/>
          <p:nvPr/>
        </p:nvSpPr>
        <p:spPr>
          <a:xfrm>
            <a:off x="2819400" y="492442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{{ROLE_2_BODY}}</a:t>
            </a:r>
          </a:p>
        </p:txBody>
      </p:sp>
      <p:sp>
        <p:nvSpPr>
          <p:cNvPr id="14" name="CARD_3"/>
          <p:cNvSpPr/>
          <p:nvPr/>
        </p:nvSpPr>
        <p:spPr>
          <a:xfrm>
            <a:off x="476250" y="676275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OTO_ROLE_3"/>
          <p:cNvSpPr/>
          <p:nvPr/>
        </p:nvSpPr>
        <p:spPr>
          <a:xfrm>
            <a:off x="685800" y="704850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6" name="TXT_ROLE_3_HEAD"/>
          <p:cNvSpPr txBox="1"/>
          <p:nvPr/>
        </p:nvSpPr>
        <p:spPr>
          <a:xfrm>
            <a:off x="2819400" y="702945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{{ROLE_3_HEAD}}</a:t>
            </a:r>
          </a:p>
        </p:txBody>
      </p:sp>
      <p:sp>
        <p:nvSpPr>
          <p:cNvPr id="17" name="TXT_ROLE_3_BODY"/>
          <p:cNvSpPr txBox="1"/>
          <p:nvPr/>
        </p:nvSpPr>
        <p:spPr>
          <a:xfrm>
            <a:off x="2819400" y="763905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{{ROLE_3_BODY}}</a:t>
            </a:r>
          </a:p>
        </p:txBody>
      </p:sp>
      <p:sp>
        <p:nvSpPr>
          <p:cNvPr id="18" name="CARD_4"/>
          <p:cNvSpPr/>
          <p:nvPr/>
        </p:nvSpPr>
        <p:spPr>
          <a:xfrm>
            <a:off x="476250" y="947737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HOTO_ROLE_4"/>
          <p:cNvSpPr/>
          <p:nvPr/>
        </p:nvSpPr>
        <p:spPr>
          <a:xfrm>
            <a:off x="685800" y="976312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20" name="TXT_ROLE_4_HEAD"/>
          <p:cNvSpPr txBox="1"/>
          <p:nvPr/>
        </p:nvSpPr>
        <p:spPr>
          <a:xfrm>
            <a:off x="2819400" y="974407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{{ROLE_4_HEAD}}</a:t>
            </a:r>
          </a:p>
        </p:txBody>
      </p:sp>
      <p:sp>
        <p:nvSpPr>
          <p:cNvPr id="21" name="TXT_ROLE_4_BODY"/>
          <p:cNvSpPr txBox="1"/>
          <p:nvPr/>
        </p:nvSpPr>
        <p:spPr>
          <a:xfrm>
            <a:off x="2819400" y="1035367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{{ROLE_4_BODY}}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AR"/>
          <p:cNvSpPr/>
          <p:nvPr/>
        </p:nvSpPr>
        <p:spPr>
          <a:xfrm>
            <a:off x="0" y="0"/>
            <a:ext cx="10287000" cy="95250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T_GROUP_TITLE"/>
          <p:cNvSpPr txBox="1"/>
          <p:nvPr/>
        </p:nvSpPr>
        <p:spPr>
          <a:xfrm>
            <a:off x="571500" y="2286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7E6"/>
                </a:solidFill>
              </a:rPr>
              <a:t>{{GROUP_TITLE}}</a:t>
            </a:r>
          </a:p>
        </p:txBody>
      </p:sp>
      <p:sp>
        <p:nvSpPr>
          <p:cNvPr id="5" name="HDR_ACCENT"/>
          <p:cNvSpPr/>
          <p:nvPr/>
        </p:nvSpPr>
        <p:spPr>
          <a:xfrm>
            <a:off x="0" y="952500"/>
            <a:ext cx="102870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476250" y="133350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OTO_ROLE_1"/>
          <p:cNvSpPr/>
          <p:nvPr/>
        </p:nvSpPr>
        <p:spPr>
          <a:xfrm>
            <a:off x="685800" y="161925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8" name="TXT_ROLE_1_HEAD"/>
          <p:cNvSpPr txBox="1"/>
          <p:nvPr/>
        </p:nvSpPr>
        <p:spPr>
          <a:xfrm>
            <a:off x="2819400" y="160020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{{ROLE_1_HEAD}}</a:t>
            </a:r>
          </a:p>
        </p:txBody>
      </p:sp>
      <p:sp>
        <p:nvSpPr>
          <p:cNvPr id="9" name="TXT_ROLE_1_BODY"/>
          <p:cNvSpPr txBox="1"/>
          <p:nvPr/>
        </p:nvSpPr>
        <p:spPr>
          <a:xfrm>
            <a:off x="2819400" y="220980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{{ROLE_1_BODY}}</a:t>
            </a:r>
          </a:p>
        </p:txBody>
      </p:sp>
      <p:sp>
        <p:nvSpPr>
          <p:cNvPr id="10" name="CARD_2"/>
          <p:cNvSpPr/>
          <p:nvPr/>
        </p:nvSpPr>
        <p:spPr>
          <a:xfrm>
            <a:off x="476250" y="404812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HOTO_ROLE_2"/>
          <p:cNvSpPr/>
          <p:nvPr/>
        </p:nvSpPr>
        <p:spPr>
          <a:xfrm>
            <a:off x="685800" y="433387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2" name="TXT_ROLE_2_HEAD"/>
          <p:cNvSpPr txBox="1"/>
          <p:nvPr/>
        </p:nvSpPr>
        <p:spPr>
          <a:xfrm>
            <a:off x="2819400" y="431482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{{ROLE_2_HEAD}}</a:t>
            </a:r>
          </a:p>
        </p:txBody>
      </p:sp>
      <p:sp>
        <p:nvSpPr>
          <p:cNvPr id="13" name="TXT_ROLE_2_BODY"/>
          <p:cNvSpPr txBox="1"/>
          <p:nvPr/>
        </p:nvSpPr>
        <p:spPr>
          <a:xfrm>
            <a:off x="2819400" y="492442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{{ROLE_2_BODY}}</a:t>
            </a:r>
          </a:p>
        </p:txBody>
      </p:sp>
      <p:sp>
        <p:nvSpPr>
          <p:cNvPr id="14" name="CARD_3"/>
          <p:cNvSpPr/>
          <p:nvPr/>
        </p:nvSpPr>
        <p:spPr>
          <a:xfrm>
            <a:off x="476250" y="676275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OTO_ROLE_3"/>
          <p:cNvSpPr/>
          <p:nvPr/>
        </p:nvSpPr>
        <p:spPr>
          <a:xfrm>
            <a:off x="685800" y="704850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6" name="TXT_ROLE_3_HEAD"/>
          <p:cNvSpPr txBox="1"/>
          <p:nvPr/>
        </p:nvSpPr>
        <p:spPr>
          <a:xfrm>
            <a:off x="2819400" y="702945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{{ROLE_3_HEAD}}</a:t>
            </a:r>
          </a:p>
        </p:txBody>
      </p:sp>
      <p:sp>
        <p:nvSpPr>
          <p:cNvPr id="17" name="TXT_ROLE_3_BODY"/>
          <p:cNvSpPr txBox="1"/>
          <p:nvPr/>
        </p:nvSpPr>
        <p:spPr>
          <a:xfrm>
            <a:off x="2819400" y="763905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{{ROLE_3_BODY}}</a:t>
            </a:r>
          </a:p>
        </p:txBody>
      </p:sp>
      <p:sp>
        <p:nvSpPr>
          <p:cNvPr id="18" name="CARD_4"/>
          <p:cNvSpPr/>
          <p:nvPr/>
        </p:nvSpPr>
        <p:spPr>
          <a:xfrm>
            <a:off x="476250" y="947737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HOTO_ROLE_4"/>
          <p:cNvSpPr/>
          <p:nvPr/>
        </p:nvSpPr>
        <p:spPr>
          <a:xfrm>
            <a:off x="685800" y="976312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20" name="TXT_ROLE_4_HEAD"/>
          <p:cNvSpPr txBox="1"/>
          <p:nvPr/>
        </p:nvSpPr>
        <p:spPr>
          <a:xfrm>
            <a:off x="2819400" y="974407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{{ROLE_4_HEAD}}</a:t>
            </a:r>
          </a:p>
        </p:txBody>
      </p:sp>
      <p:sp>
        <p:nvSpPr>
          <p:cNvPr id="21" name="TXT_ROLE_4_BODY"/>
          <p:cNvSpPr txBox="1"/>
          <p:nvPr/>
        </p:nvSpPr>
        <p:spPr>
          <a:xfrm>
            <a:off x="2819400" y="1035367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{{ROLE_4_BODY}}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AR"/>
          <p:cNvSpPr/>
          <p:nvPr/>
        </p:nvSpPr>
        <p:spPr>
          <a:xfrm>
            <a:off x="0" y="0"/>
            <a:ext cx="10287000" cy="95250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T_GROUP_TITLE"/>
          <p:cNvSpPr txBox="1"/>
          <p:nvPr/>
        </p:nvSpPr>
        <p:spPr>
          <a:xfrm>
            <a:off x="571500" y="2286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7E6"/>
                </a:solidFill>
              </a:rPr>
              <a:t>{{GROUP_TITLE}}</a:t>
            </a:r>
          </a:p>
        </p:txBody>
      </p:sp>
      <p:sp>
        <p:nvSpPr>
          <p:cNvPr id="5" name="HDR_ACCENT"/>
          <p:cNvSpPr/>
          <p:nvPr/>
        </p:nvSpPr>
        <p:spPr>
          <a:xfrm>
            <a:off x="0" y="952500"/>
            <a:ext cx="102870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476250" y="133350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OTO_ROLE_1"/>
          <p:cNvSpPr/>
          <p:nvPr/>
        </p:nvSpPr>
        <p:spPr>
          <a:xfrm>
            <a:off x="685800" y="161925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8" name="TXT_ROLE_1_HEAD"/>
          <p:cNvSpPr txBox="1"/>
          <p:nvPr/>
        </p:nvSpPr>
        <p:spPr>
          <a:xfrm>
            <a:off x="2819400" y="160020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{{ROLE_1_HEAD}}</a:t>
            </a:r>
          </a:p>
        </p:txBody>
      </p:sp>
      <p:sp>
        <p:nvSpPr>
          <p:cNvPr id="9" name="TXT_ROLE_1_BODY"/>
          <p:cNvSpPr txBox="1"/>
          <p:nvPr/>
        </p:nvSpPr>
        <p:spPr>
          <a:xfrm>
            <a:off x="2819400" y="220980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{{ROLE_1_BODY}}</a:t>
            </a:r>
          </a:p>
        </p:txBody>
      </p:sp>
      <p:sp>
        <p:nvSpPr>
          <p:cNvPr id="10" name="CARD_2"/>
          <p:cNvSpPr/>
          <p:nvPr/>
        </p:nvSpPr>
        <p:spPr>
          <a:xfrm>
            <a:off x="476250" y="404812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HOTO_ROLE_2"/>
          <p:cNvSpPr/>
          <p:nvPr/>
        </p:nvSpPr>
        <p:spPr>
          <a:xfrm>
            <a:off x="685800" y="433387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2" name="TXT_ROLE_2_HEAD"/>
          <p:cNvSpPr txBox="1"/>
          <p:nvPr/>
        </p:nvSpPr>
        <p:spPr>
          <a:xfrm>
            <a:off x="2819400" y="431482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{{ROLE_2_HEAD}}</a:t>
            </a:r>
          </a:p>
        </p:txBody>
      </p:sp>
      <p:sp>
        <p:nvSpPr>
          <p:cNvPr id="13" name="TXT_ROLE_2_BODY"/>
          <p:cNvSpPr txBox="1"/>
          <p:nvPr/>
        </p:nvSpPr>
        <p:spPr>
          <a:xfrm>
            <a:off x="2819400" y="492442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{{ROLE_2_BODY}}</a:t>
            </a:r>
          </a:p>
        </p:txBody>
      </p:sp>
      <p:sp>
        <p:nvSpPr>
          <p:cNvPr id="14" name="CARD_3"/>
          <p:cNvSpPr/>
          <p:nvPr/>
        </p:nvSpPr>
        <p:spPr>
          <a:xfrm>
            <a:off x="476250" y="676275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OTO_ROLE_3"/>
          <p:cNvSpPr/>
          <p:nvPr/>
        </p:nvSpPr>
        <p:spPr>
          <a:xfrm>
            <a:off x="685800" y="704850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6" name="TXT_ROLE_3_HEAD"/>
          <p:cNvSpPr txBox="1"/>
          <p:nvPr/>
        </p:nvSpPr>
        <p:spPr>
          <a:xfrm>
            <a:off x="2819400" y="702945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{{ROLE_3_HEAD}}</a:t>
            </a:r>
          </a:p>
        </p:txBody>
      </p:sp>
      <p:sp>
        <p:nvSpPr>
          <p:cNvPr id="17" name="TXT_ROLE_3_BODY"/>
          <p:cNvSpPr txBox="1"/>
          <p:nvPr/>
        </p:nvSpPr>
        <p:spPr>
          <a:xfrm>
            <a:off x="2819400" y="763905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{{ROLE_3_BODY}}</a:t>
            </a:r>
          </a:p>
        </p:txBody>
      </p:sp>
      <p:sp>
        <p:nvSpPr>
          <p:cNvPr id="18" name="CARD_4"/>
          <p:cNvSpPr/>
          <p:nvPr/>
        </p:nvSpPr>
        <p:spPr>
          <a:xfrm>
            <a:off x="476250" y="947737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HOTO_ROLE_4"/>
          <p:cNvSpPr/>
          <p:nvPr/>
        </p:nvSpPr>
        <p:spPr>
          <a:xfrm>
            <a:off x="685800" y="976312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20" name="TXT_ROLE_4_HEAD"/>
          <p:cNvSpPr txBox="1"/>
          <p:nvPr/>
        </p:nvSpPr>
        <p:spPr>
          <a:xfrm>
            <a:off x="2819400" y="974407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{{ROLE_4_HEAD}}</a:t>
            </a:r>
          </a:p>
        </p:txBody>
      </p:sp>
      <p:sp>
        <p:nvSpPr>
          <p:cNvPr id="21" name="TXT_ROLE_4_BODY"/>
          <p:cNvSpPr txBox="1"/>
          <p:nvPr/>
        </p:nvSpPr>
        <p:spPr>
          <a:xfrm>
            <a:off x="2819400" y="1035367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{{ROLE_4_BODY}}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AR"/>
          <p:cNvSpPr/>
          <p:nvPr/>
        </p:nvSpPr>
        <p:spPr>
          <a:xfrm>
            <a:off x="0" y="0"/>
            <a:ext cx="10287000" cy="95250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T_GROUP_TITLE"/>
          <p:cNvSpPr txBox="1"/>
          <p:nvPr/>
        </p:nvSpPr>
        <p:spPr>
          <a:xfrm>
            <a:off x="571500" y="2286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7E6"/>
                </a:solidFill>
              </a:rPr>
              <a:t>{{GROUP_TITLE}}</a:t>
            </a:r>
          </a:p>
        </p:txBody>
      </p:sp>
      <p:sp>
        <p:nvSpPr>
          <p:cNvPr id="5" name="HDR_ACCENT"/>
          <p:cNvSpPr/>
          <p:nvPr/>
        </p:nvSpPr>
        <p:spPr>
          <a:xfrm>
            <a:off x="0" y="952500"/>
            <a:ext cx="102870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476250" y="133350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OTO_ROLE_1"/>
          <p:cNvSpPr/>
          <p:nvPr/>
        </p:nvSpPr>
        <p:spPr>
          <a:xfrm>
            <a:off x="685800" y="161925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8" name="TXT_ROLE_1_HEAD"/>
          <p:cNvSpPr txBox="1"/>
          <p:nvPr/>
        </p:nvSpPr>
        <p:spPr>
          <a:xfrm>
            <a:off x="2819400" y="160020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{{ROLE_1_HEAD}}</a:t>
            </a:r>
          </a:p>
        </p:txBody>
      </p:sp>
      <p:sp>
        <p:nvSpPr>
          <p:cNvPr id="9" name="TXT_ROLE_1_BODY"/>
          <p:cNvSpPr txBox="1"/>
          <p:nvPr/>
        </p:nvSpPr>
        <p:spPr>
          <a:xfrm>
            <a:off x="2819400" y="220980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{{ROLE_1_BODY}}</a:t>
            </a:r>
          </a:p>
        </p:txBody>
      </p:sp>
      <p:sp>
        <p:nvSpPr>
          <p:cNvPr id="10" name="CARD_2"/>
          <p:cNvSpPr/>
          <p:nvPr/>
        </p:nvSpPr>
        <p:spPr>
          <a:xfrm>
            <a:off x="476250" y="404812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HOTO_ROLE_2"/>
          <p:cNvSpPr/>
          <p:nvPr/>
        </p:nvSpPr>
        <p:spPr>
          <a:xfrm>
            <a:off x="685800" y="433387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2" name="TXT_ROLE_2_HEAD"/>
          <p:cNvSpPr txBox="1"/>
          <p:nvPr/>
        </p:nvSpPr>
        <p:spPr>
          <a:xfrm>
            <a:off x="2819400" y="431482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{{ROLE_2_HEAD}}</a:t>
            </a:r>
          </a:p>
        </p:txBody>
      </p:sp>
      <p:sp>
        <p:nvSpPr>
          <p:cNvPr id="13" name="TXT_ROLE_2_BODY"/>
          <p:cNvSpPr txBox="1"/>
          <p:nvPr/>
        </p:nvSpPr>
        <p:spPr>
          <a:xfrm>
            <a:off x="2819400" y="492442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{{ROLE_2_BODY}}</a:t>
            </a:r>
          </a:p>
        </p:txBody>
      </p:sp>
      <p:sp>
        <p:nvSpPr>
          <p:cNvPr id="14" name="CARD_3"/>
          <p:cNvSpPr/>
          <p:nvPr/>
        </p:nvSpPr>
        <p:spPr>
          <a:xfrm>
            <a:off x="476250" y="676275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OTO_ROLE_3"/>
          <p:cNvSpPr/>
          <p:nvPr/>
        </p:nvSpPr>
        <p:spPr>
          <a:xfrm>
            <a:off x="685800" y="704850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6" name="TXT_ROLE_3_HEAD"/>
          <p:cNvSpPr txBox="1"/>
          <p:nvPr/>
        </p:nvSpPr>
        <p:spPr>
          <a:xfrm>
            <a:off x="2819400" y="702945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{{ROLE_3_HEAD}}</a:t>
            </a:r>
          </a:p>
        </p:txBody>
      </p:sp>
      <p:sp>
        <p:nvSpPr>
          <p:cNvPr id="17" name="TXT_ROLE_3_BODY"/>
          <p:cNvSpPr txBox="1"/>
          <p:nvPr/>
        </p:nvSpPr>
        <p:spPr>
          <a:xfrm>
            <a:off x="2819400" y="763905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{{ROLE_3_BODY}}</a:t>
            </a:r>
          </a:p>
        </p:txBody>
      </p:sp>
      <p:sp>
        <p:nvSpPr>
          <p:cNvPr id="18" name="CARD_4"/>
          <p:cNvSpPr/>
          <p:nvPr/>
        </p:nvSpPr>
        <p:spPr>
          <a:xfrm>
            <a:off x="476250" y="947737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HOTO_ROLE_4"/>
          <p:cNvSpPr/>
          <p:nvPr/>
        </p:nvSpPr>
        <p:spPr>
          <a:xfrm>
            <a:off x="685800" y="976312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20" name="TXT_ROLE_4_HEAD"/>
          <p:cNvSpPr txBox="1"/>
          <p:nvPr/>
        </p:nvSpPr>
        <p:spPr>
          <a:xfrm>
            <a:off x="2819400" y="974407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{{ROLE_4_HEAD}}</a:t>
            </a:r>
          </a:p>
        </p:txBody>
      </p:sp>
      <p:sp>
        <p:nvSpPr>
          <p:cNvPr id="21" name="TXT_ROLE_4_BODY"/>
          <p:cNvSpPr txBox="1"/>
          <p:nvPr/>
        </p:nvSpPr>
        <p:spPr>
          <a:xfrm>
            <a:off x="2819400" y="1035367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{{ROLE_4_BODY}}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DR_BAR"/>
          <p:cNvSpPr/>
          <p:nvPr/>
        </p:nvSpPr>
        <p:spPr>
          <a:xfrm>
            <a:off x="0" y="0"/>
            <a:ext cx="10287000" cy="952500"/>
          </a:xfrm>
          <a:prstGeom prst="rect">
            <a:avLst/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XT_GROUP_TITLE"/>
          <p:cNvSpPr txBox="1"/>
          <p:nvPr/>
        </p:nvSpPr>
        <p:spPr>
          <a:xfrm>
            <a:off x="571500" y="2286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7E6"/>
                </a:solidFill>
              </a:rPr>
              <a:t>{{GROUP_TITLE}}</a:t>
            </a:r>
          </a:p>
        </p:txBody>
      </p:sp>
      <p:sp>
        <p:nvSpPr>
          <p:cNvPr id="5" name="HDR_ACCENT"/>
          <p:cNvSpPr/>
          <p:nvPr/>
        </p:nvSpPr>
        <p:spPr>
          <a:xfrm>
            <a:off x="0" y="952500"/>
            <a:ext cx="10287000" cy="5715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"/>
          <p:cNvSpPr/>
          <p:nvPr/>
        </p:nvSpPr>
        <p:spPr>
          <a:xfrm>
            <a:off x="476250" y="133350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HOTO_ROLE_1"/>
          <p:cNvSpPr/>
          <p:nvPr/>
        </p:nvSpPr>
        <p:spPr>
          <a:xfrm>
            <a:off x="685800" y="161925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8" name="TXT_ROLE_1_HEAD"/>
          <p:cNvSpPr txBox="1"/>
          <p:nvPr/>
        </p:nvSpPr>
        <p:spPr>
          <a:xfrm>
            <a:off x="2819400" y="160020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{{ROLE_1_HEAD}}</a:t>
            </a:r>
          </a:p>
        </p:txBody>
      </p:sp>
      <p:sp>
        <p:nvSpPr>
          <p:cNvPr id="9" name="TXT_ROLE_1_BODY"/>
          <p:cNvSpPr txBox="1"/>
          <p:nvPr/>
        </p:nvSpPr>
        <p:spPr>
          <a:xfrm>
            <a:off x="2819400" y="220980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{{ROLE_1_BODY}}</a:t>
            </a:r>
          </a:p>
        </p:txBody>
      </p:sp>
      <p:sp>
        <p:nvSpPr>
          <p:cNvPr id="10" name="CARD_2"/>
          <p:cNvSpPr/>
          <p:nvPr/>
        </p:nvSpPr>
        <p:spPr>
          <a:xfrm>
            <a:off x="476250" y="404812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HOTO_ROLE_2"/>
          <p:cNvSpPr/>
          <p:nvPr/>
        </p:nvSpPr>
        <p:spPr>
          <a:xfrm>
            <a:off x="685800" y="433387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2" name="TXT_ROLE_2_HEAD"/>
          <p:cNvSpPr txBox="1"/>
          <p:nvPr/>
        </p:nvSpPr>
        <p:spPr>
          <a:xfrm>
            <a:off x="2819400" y="431482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{{ROLE_2_HEAD}}</a:t>
            </a:r>
          </a:p>
        </p:txBody>
      </p:sp>
      <p:sp>
        <p:nvSpPr>
          <p:cNvPr id="13" name="TXT_ROLE_2_BODY"/>
          <p:cNvSpPr txBox="1"/>
          <p:nvPr/>
        </p:nvSpPr>
        <p:spPr>
          <a:xfrm>
            <a:off x="2819400" y="492442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{{ROLE_2_BODY}}</a:t>
            </a:r>
          </a:p>
        </p:txBody>
      </p:sp>
      <p:sp>
        <p:nvSpPr>
          <p:cNvPr id="14" name="CARD_3"/>
          <p:cNvSpPr/>
          <p:nvPr/>
        </p:nvSpPr>
        <p:spPr>
          <a:xfrm>
            <a:off x="476250" y="6762750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HOTO_ROLE_3"/>
          <p:cNvSpPr/>
          <p:nvPr/>
        </p:nvSpPr>
        <p:spPr>
          <a:xfrm>
            <a:off x="685800" y="7048500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16" name="TXT_ROLE_3_HEAD"/>
          <p:cNvSpPr txBox="1"/>
          <p:nvPr/>
        </p:nvSpPr>
        <p:spPr>
          <a:xfrm>
            <a:off x="2819400" y="7029450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{{ROLE_3_HEAD}}</a:t>
            </a:r>
          </a:p>
        </p:txBody>
      </p:sp>
      <p:sp>
        <p:nvSpPr>
          <p:cNvPr id="17" name="TXT_ROLE_3_BODY"/>
          <p:cNvSpPr txBox="1"/>
          <p:nvPr/>
        </p:nvSpPr>
        <p:spPr>
          <a:xfrm>
            <a:off x="2819400" y="7639050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{{ROLE_3_BODY}}</a:t>
            </a:r>
          </a:p>
        </p:txBody>
      </p:sp>
      <p:sp>
        <p:nvSpPr>
          <p:cNvPr id="18" name="CARD_4"/>
          <p:cNvSpPr/>
          <p:nvPr/>
        </p:nvSpPr>
        <p:spPr>
          <a:xfrm>
            <a:off x="476250" y="9477375"/>
            <a:ext cx="9334500" cy="2476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HOTO_ROLE_4"/>
          <p:cNvSpPr/>
          <p:nvPr/>
        </p:nvSpPr>
        <p:spPr>
          <a:xfrm>
            <a:off x="685800" y="9763125"/>
            <a:ext cx="1905000" cy="1905000"/>
          </a:xfrm>
          <a:prstGeom prst="roundRect">
            <a:avLst>
              <a:gd name="adj" fmla="val 5000"/>
            </a:avLst>
          </a:prstGeom>
          <a:solidFill>
            <a:srgbClr val="EFE3A0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人像（選用）</a:t>
            </a:r>
          </a:p>
        </p:txBody>
      </p:sp>
      <p:sp>
        <p:nvSpPr>
          <p:cNvPr id="20" name="TXT_ROLE_4_HEAD"/>
          <p:cNvSpPr txBox="1"/>
          <p:nvPr/>
        </p:nvSpPr>
        <p:spPr>
          <a:xfrm>
            <a:off x="2819400" y="9744075"/>
            <a:ext cx="6762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3B5C"/>
                </a:solidFill>
              </a:rPr>
              <a:t>{{ROLE_4_HEAD}}</a:t>
            </a:r>
          </a:p>
        </p:txBody>
      </p:sp>
      <p:sp>
        <p:nvSpPr>
          <p:cNvPr id="21" name="TXT_ROLE_4_BODY"/>
          <p:cNvSpPr txBox="1"/>
          <p:nvPr/>
        </p:nvSpPr>
        <p:spPr>
          <a:xfrm>
            <a:off x="2819400" y="10353675"/>
            <a:ext cx="6762750" cy="142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222B18"/>
                </a:solidFill>
              </a:rPr>
              <a:t>{{ROLE_4_BODY}}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FE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AR_TOP"/>
          <p:cNvSpPr/>
          <p:nvPr/>
        </p:nvSpPr>
        <p:spPr>
          <a:xfrm>
            <a:off x="0" y="0"/>
            <a:ext cx="10287000" cy="1143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_PLACEHOLDER"/>
          <p:cNvSpPr/>
          <p:nvPr/>
        </p:nvSpPr>
        <p:spPr>
          <a:xfrm>
            <a:off x="571500" y="476250"/>
            <a:ext cx="114300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LOGO</a:t>
            </a:r>
          </a:p>
        </p:txBody>
      </p:sp>
      <p:sp>
        <p:nvSpPr>
          <p:cNvPr id="5" name="TXT_ORG"/>
          <p:cNvSpPr txBox="1"/>
          <p:nvPr/>
        </p:nvSpPr>
        <p:spPr>
          <a:xfrm>
            <a:off x="1905000" y="590550"/>
            <a:ext cx="6667500" cy="1047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3B5C"/>
                </a:solidFill>
              </a:rPr>
              <a:t>Chill Hi High Toastmasters
中英雙語國際演講會</a:t>
            </a:r>
          </a:p>
        </p:txBody>
      </p:sp>
      <p:sp>
        <p:nvSpPr>
          <p:cNvPr id="6" name="PHOTO_GROUP"/>
          <p:cNvSpPr/>
          <p:nvPr/>
        </p:nvSpPr>
        <p:spPr>
          <a:xfrm>
            <a:off x="571500" y="1905000"/>
            <a:ext cx="9144000" cy="3619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>
                <a:solidFill>
                  <a:srgbClr val="003B5C"/>
                </a:solidFill>
              </a:rPr>
              <a:t>PHOTO_GROUP
團體照（開檔後替換）</a:t>
            </a:r>
          </a:p>
        </p:txBody>
      </p:sp>
      <p:sp>
        <p:nvSpPr>
          <p:cNvPr id="7" name="NEXT_BLOCK"/>
          <p:cNvSpPr/>
          <p:nvPr/>
        </p:nvSpPr>
        <p:spPr>
          <a:xfrm>
            <a:off x="571500" y="5810250"/>
            <a:ext cx="9144000" cy="1809750"/>
          </a:xfrm>
          <a:prstGeom prst="roundRect">
            <a:avLst>
              <a:gd name="adj" fmla="val 5000"/>
            </a:avLst>
          </a:prstGeom>
          <a:solidFill>
            <a:srgbClr val="00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NEXT_DATE"/>
          <p:cNvSpPr txBox="1"/>
          <p:nvPr/>
        </p:nvSpPr>
        <p:spPr>
          <a:xfrm>
            <a:off x="800100" y="6019800"/>
            <a:ext cx="476250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7E6"/>
                </a:solidFill>
              </a:rPr>
              <a:t>下次例會　</a:t>
            </a:r>
            <a:r>
              <a:rPr sz="3000" b="1" i="0">
                <a:solidFill>
                  <a:srgbClr val="D9A441"/>
                </a:solidFill>
              </a:rPr>
              <a:t>{{NEXT_DATE}}</a:t>
            </a:r>
          </a:p>
        </p:txBody>
      </p:sp>
      <p:sp>
        <p:nvSpPr>
          <p:cNvPr id="9" name="TXT_NEXT_TIME"/>
          <p:cNvSpPr txBox="1"/>
          <p:nvPr/>
        </p:nvSpPr>
        <p:spPr>
          <a:xfrm>
            <a:off x="5810250" y="6076950"/>
            <a:ext cx="3714750" cy="53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7E6"/>
                </a:solidFill>
              </a:rPr>
              <a:t>{{NEXT_TIME}}</a:t>
            </a:r>
          </a:p>
        </p:txBody>
      </p:sp>
      <p:sp>
        <p:nvSpPr>
          <p:cNvPr id="10" name="TXT_NEXT_VENUE"/>
          <p:cNvSpPr txBox="1"/>
          <p:nvPr/>
        </p:nvSpPr>
        <p:spPr>
          <a:xfrm>
            <a:off x="800100" y="6667500"/>
            <a:ext cx="87249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A441"/>
                </a:solidFill>
              </a:rPr>
              <a:t>地點　</a:t>
            </a:r>
            <a:r>
              <a:rPr sz="1900" b="0" i="0">
                <a:solidFill>
                  <a:srgbClr val="FFF7E6"/>
                </a:solidFill>
              </a:rPr>
              <a:t>{{NEXT_VENUE}}</a:t>
            </a:r>
          </a:p>
        </p:txBody>
      </p:sp>
      <p:sp>
        <p:nvSpPr>
          <p:cNvPr id="11" name="TXT_NEXT_TRANSPORT"/>
          <p:cNvSpPr txBox="1"/>
          <p:nvPr/>
        </p:nvSpPr>
        <p:spPr>
          <a:xfrm>
            <a:off x="800100" y="7124700"/>
            <a:ext cx="57150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A441"/>
                </a:solidFill>
              </a:rPr>
              <a:t>交通　</a:t>
            </a:r>
            <a:r>
              <a:rPr sz="1700" b="0" i="0">
                <a:solidFill>
                  <a:srgbClr val="FFF7E6"/>
                </a:solidFill>
              </a:rPr>
              <a:t>{{NEXT_TRANSPORT}}</a:t>
            </a:r>
          </a:p>
        </p:txBody>
      </p:sp>
      <p:sp>
        <p:nvSpPr>
          <p:cNvPr id="12" name="TXT_NEXT_FEE"/>
          <p:cNvSpPr txBox="1"/>
          <p:nvPr/>
        </p:nvSpPr>
        <p:spPr>
          <a:xfrm>
            <a:off x="6667500" y="7124700"/>
            <a:ext cx="2857500" cy="438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A441"/>
                </a:solidFill>
              </a:rPr>
              <a:t>費用　</a:t>
            </a:r>
            <a:r>
              <a:rPr sz="1900" b="0" i="0">
                <a:solidFill>
                  <a:srgbClr val="FFF7E6"/>
                </a:solidFill>
              </a:rPr>
              <a:t>{{NEXT_FEE}}</a:t>
            </a:r>
          </a:p>
        </p:txBody>
      </p:sp>
      <p:sp>
        <p:nvSpPr>
          <p:cNvPr id="13" name="TXT_REGISTER_URL"/>
          <p:cNvSpPr txBox="1"/>
          <p:nvPr/>
        </p:nvSpPr>
        <p:spPr>
          <a:xfrm>
            <a:off x="571500" y="7810500"/>
            <a:ext cx="9144000" cy="47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3B5C"/>
                </a:solidFill>
              </a:rPr>
              <a:t>立即報名　</a:t>
            </a:r>
            <a:r>
              <a:rPr sz="1700" b="1" i="0">
                <a:solidFill>
                  <a:srgbClr val="C0392B"/>
                </a:solidFill>
              </a:rPr>
              <a:t>{{REGISTER_URL}}</a:t>
            </a:r>
          </a:p>
        </p:txBody>
      </p:sp>
      <p:sp>
        <p:nvSpPr>
          <p:cNvPr id="14" name="SIG_CARD"/>
          <p:cNvSpPr/>
          <p:nvPr/>
        </p:nvSpPr>
        <p:spPr>
          <a:xfrm>
            <a:off x="571500" y="8477250"/>
            <a:ext cx="9144000" cy="2381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BRAND_SIGNATURE"/>
          <p:cNvSpPr txBox="1"/>
          <p:nvPr/>
        </p:nvSpPr>
        <p:spPr>
          <a:xfrm>
            <a:off x="857250" y="8743950"/>
            <a:ext cx="8572500" cy="190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3B5C"/>
                </a:solidFill>
              </a:rPr>
              <a:t>{{BRAND_SIGNATURE}}</a:t>
            </a:r>
          </a:p>
        </p:txBody>
      </p:sp>
      <p:sp>
        <p:nvSpPr>
          <p:cNvPr id="16" name="TXT_TAGS"/>
          <p:cNvSpPr txBox="1"/>
          <p:nvPr/>
        </p:nvSpPr>
        <p:spPr>
          <a:xfrm>
            <a:off x="571500" y="11239500"/>
            <a:ext cx="9144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</a:rPr>
              <a:t>#自信開口　#溝通升級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