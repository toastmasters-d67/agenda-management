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【回顧 · 封面（第 1 頁）】</a:t>
            </a:r>
          </a:p>
          <a:p>
            <a:r>
              <a:t>請套品牌視覺。保留所有 {{TOKEN}} 與 PHOTO_GROUP 名稱。</a:t>
            </a:r>
          </a:p>
          <a:p>
            <a:r>
              <a:t>{{HEADLINE}} 為 AI 依主題生成的封面標語。</a:t>
            </a:r>
          </a:p>
          <a:p>
            <a:r>
              <a:t>注意：頁面順序固定為「封面 → 角色頁 ×5 → 封底」，請勿調換或插入新頁。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【回顧 · 角色亮點頁 1／5】</a:t>
            </a:r>
          </a:p>
          <a:p>
            <a:r>
              <a:t>每頁固定容納 4 位角色（依角色類型分組填入）。</a:t>
            </a:r>
          </a:p>
          <a:p>
            <a:r>
              <a:t>程式會自動填入需要的頁數，未用到的頁會被刪除 → 這 5 頁請維持相同版式。</a:t>
            </a:r>
          </a:p>
          <a:p>
            <a:r>
              <a:t>{{GROUP_TITLE}} 會填入「主持群／功能組／演講員／講評群」等組別名稱。</a:t>
            </a:r>
          </a:p>
          <a:p>
            <a:r>
              <a:t>{{ROLE_n_HEAD}} 是「角色 · 姓名」（事實）；{{ROLE_n_BODY}} 是 AI 潤飾的亮點。</a:t>
            </a:r>
          </a:p>
          <a:p>
            <a:r>
              <a:t>PHOTO_ROLE_n 為選用人像框，保留名稱即可。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【回顧 · 角色亮點頁 2／5】</a:t>
            </a:r>
          </a:p>
          <a:p>
            <a:r>
              <a:t>每頁固定容納 4 位角色（依角色類型分組填入）。</a:t>
            </a:r>
          </a:p>
          <a:p>
            <a:r>
              <a:t>程式會自動填入需要的頁數，未用到的頁會被刪除 → 這 5 頁請維持相同版式。</a:t>
            </a:r>
          </a:p>
          <a:p>
            <a:r>
              <a:t>{{GROUP_TITLE}} 會填入「主持群／功能組／演講員／講評群」等組別名稱。</a:t>
            </a:r>
          </a:p>
          <a:p>
            <a:r>
              <a:t>{{ROLE_n_HEAD}} 是「角色 · 姓名」（事實）；{{ROLE_n_BODY}} 是 AI 潤飾的亮點。</a:t>
            </a:r>
          </a:p>
          <a:p>
            <a:r>
              <a:t>PHOTO_ROLE_n 為選用人像框，保留名稱即可。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【回顧 · 角色亮點頁 3／5】</a:t>
            </a:r>
          </a:p>
          <a:p>
            <a:r>
              <a:t>每頁固定容納 4 位角色（依角色類型分組填入）。</a:t>
            </a:r>
          </a:p>
          <a:p>
            <a:r>
              <a:t>程式會自動填入需要的頁數，未用到的頁會被刪除 → 這 5 頁請維持相同版式。</a:t>
            </a:r>
          </a:p>
          <a:p>
            <a:r>
              <a:t>{{GROUP_TITLE}} 會填入「主持群／功能組／演講員／講評群」等組別名稱。</a:t>
            </a:r>
          </a:p>
          <a:p>
            <a:r>
              <a:t>{{ROLE_n_HEAD}} 是「角色 · 姓名」（事實）；{{ROLE_n_BODY}} 是 AI 潤飾的亮點。</a:t>
            </a:r>
          </a:p>
          <a:p>
            <a:r>
              <a:t>PHOTO_ROLE_n 為選用人像框，保留名稱即可。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【回顧 · 角色亮點頁 4／5】</a:t>
            </a:r>
          </a:p>
          <a:p>
            <a:r>
              <a:t>每頁固定容納 4 位角色（依角色類型分組填入）。</a:t>
            </a:r>
          </a:p>
          <a:p>
            <a:r>
              <a:t>程式會自動填入需要的頁數，未用到的頁會被刪除 → 這 5 頁請維持相同版式。</a:t>
            </a:r>
          </a:p>
          <a:p>
            <a:r>
              <a:t>{{GROUP_TITLE}} 會填入「主持群／功能組／演講員／講評群」等組別名稱。</a:t>
            </a:r>
          </a:p>
          <a:p>
            <a:r>
              <a:t>{{ROLE_n_HEAD}} 是「角色 · 姓名」（事實）；{{ROLE_n_BODY}} 是 AI 潤飾的亮點。</a:t>
            </a:r>
          </a:p>
          <a:p>
            <a:r>
              <a:t>PHOTO_ROLE_n 為選用人像框，保留名稱即可。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【回顧 · 角色亮點頁 5／5】</a:t>
            </a:r>
          </a:p>
          <a:p>
            <a:r>
              <a:t>每頁固定容納 4 位角色（依角色類型分組填入）。</a:t>
            </a:r>
          </a:p>
          <a:p>
            <a:r>
              <a:t>程式會自動填入需要的頁數，未用到的頁會被刪除 → 這 5 頁請維持相同版式。</a:t>
            </a:r>
          </a:p>
          <a:p>
            <a:r>
              <a:t>{{GROUP_TITLE}} 會填入「主持群／功能組／演講員／講評群」等組別名稱。</a:t>
            </a:r>
          </a:p>
          <a:p>
            <a:r>
              <a:t>{{ROLE_n_HEAD}} 是「角色 · 姓名」（事實）；{{ROLE_n_BODY}} 是 AI 潤飾的亮點。</a:t>
            </a:r>
          </a:p>
          <a:p>
            <a:r>
              <a:t>PHOTO_ROLE_n 為選用人像框，保留名稱即可。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【回顧 · 封底（最後一頁）】</a:t>
            </a:r>
          </a:p>
          <a:p>
            <a:r>
              <a:t>請套品牌視覺。{{BRAND_SIGNATURE}} 為品牌定位句，內容由系統帶入、逐字不可改寫。</a:t>
            </a:r>
          </a:p>
          <a:p>
            <a:r>
              <a:t>保留所有 {{TOKEN}} 與 PHOTO_GROUP 名稱。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_HEADLINE"/>
          <p:cNvSpPr txBox="1"/>
          <p:nvPr/>
        </p:nvSpPr>
        <p:spPr>
          <a:xfrm>
            <a:off x="666750" y="1143000"/>
            <a:ext cx="5715000" cy="1809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222222"/>
                </a:solidFill>
              </a:rPr>
              <a:t>{{HEADLINE}}</a:t>
            </a:r>
          </a:p>
          <a:p>
            <a:r>
              <a:rPr sz="1000" i="1">
                <a:solidFill>
                  <a:srgbClr val="8A8A8A"/>
                </a:solidFill>
              </a:rPr>
              <a:t>AI 封面標語</a:t>
            </a:r>
          </a:p>
        </p:txBody>
      </p:sp>
      <p:sp>
        <p:nvSpPr>
          <p:cNvPr id="3" name="PHOTO_GROUP"/>
          <p:cNvSpPr/>
          <p:nvPr/>
        </p:nvSpPr>
        <p:spPr>
          <a:xfrm>
            <a:off x="666750" y="3238500"/>
            <a:ext cx="9048750" cy="4572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PHOTO_GROUP
團體照（開檔後替換）</a:t>
            </a:r>
          </a:p>
        </p:txBody>
      </p:sp>
      <p:sp>
        <p:nvSpPr>
          <p:cNvPr id="4" name="TXT_MEETING_DATE"/>
          <p:cNvSpPr txBox="1"/>
          <p:nvPr/>
        </p:nvSpPr>
        <p:spPr>
          <a:xfrm>
            <a:off x="666750" y="8191500"/>
            <a:ext cx="4572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22222"/>
                </a:solidFill>
              </a:rPr>
              <a:t>{{MEETING_DATE}}</a:t>
            </a:r>
          </a:p>
          <a:p>
            <a:r>
              <a:rPr sz="1000" i="1">
                <a:solidFill>
                  <a:srgbClr val="8A8A8A"/>
                </a:solidFill>
              </a:rPr>
              <a:t>例會日期（事實）</a:t>
            </a:r>
          </a:p>
        </p:txBody>
      </p:sp>
      <p:sp>
        <p:nvSpPr>
          <p:cNvPr id="5" name="TXT_THEME"/>
          <p:cNvSpPr txBox="1"/>
          <p:nvPr/>
        </p:nvSpPr>
        <p:spPr>
          <a:xfrm>
            <a:off x="666750" y="8953500"/>
            <a:ext cx="9048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{{THEME}}</a:t>
            </a:r>
          </a:p>
          <a:p>
            <a:r>
              <a:rPr sz="1000" i="1">
                <a:solidFill>
                  <a:srgbClr val="8A8A8A"/>
                </a:solidFill>
              </a:rPr>
              <a:t>會議主題（事實）</a:t>
            </a:r>
          </a:p>
        </p:txBody>
      </p:sp>
      <p:sp>
        <p:nvSpPr>
          <p:cNvPr id="6" name="TXT_QUESTION_ZH"/>
          <p:cNvSpPr txBox="1"/>
          <p:nvPr/>
        </p:nvSpPr>
        <p:spPr>
          <a:xfrm>
            <a:off x="666750" y="9620250"/>
            <a:ext cx="904875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{{QUESTION_ZH}}</a:t>
            </a:r>
          </a:p>
          <a:p>
            <a:r>
              <a:rPr sz="1000" i="1">
                <a:solidFill>
                  <a:srgbClr val="8A8A8A"/>
                </a:solidFill>
              </a:rPr>
              <a:t>會議問句（事實，可能為空）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_GROUP_TITLE"/>
          <p:cNvSpPr txBox="1"/>
          <p:nvPr/>
        </p:nvSpPr>
        <p:spPr>
          <a:xfrm>
            <a:off x="666750" y="666750"/>
            <a:ext cx="9048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2222"/>
                </a:solidFill>
              </a:rPr>
              <a:t>{{GROUP_TITLE}}</a:t>
            </a:r>
          </a:p>
          <a:p>
            <a:r>
              <a:rPr sz="1000" i="1">
                <a:solidFill>
                  <a:srgbClr val="8A8A8A"/>
                </a:solidFill>
              </a:rPr>
              <a:t>組別標題</a:t>
            </a:r>
          </a:p>
        </p:txBody>
      </p:sp>
      <p:sp>
        <p:nvSpPr>
          <p:cNvPr id="3" name="PHOTO_ROLE_1"/>
          <p:cNvSpPr/>
          <p:nvPr/>
        </p:nvSpPr>
        <p:spPr>
          <a:xfrm>
            <a:off x="666750" y="1714500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PHOTO_ROLE_1
人像（選用）</a:t>
            </a:r>
          </a:p>
        </p:txBody>
      </p:sp>
      <p:sp>
        <p:nvSpPr>
          <p:cNvPr id="4" name="TXT_ROLE_1_HEAD"/>
          <p:cNvSpPr txBox="1"/>
          <p:nvPr/>
        </p:nvSpPr>
        <p:spPr>
          <a:xfrm>
            <a:off x="2857500" y="1714500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{{ROLE_1_HEAD}}</a:t>
            </a:r>
          </a:p>
          <a:p>
            <a:r>
              <a:rPr sz="1000" i="1">
                <a:solidFill>
                  <a:srgbClr val="8A8A8A"/>
                </a:solidFill>
              </a:rPr>
              <a:t>第 1 位：角色 · 姓名（事實）</a:t>
            </a:r>
          </a:p>
        </p:txBody>
      </p:sp>
      <p:sp>
        <p:nvSpPr>
          <p:cNvPr id="5" name="TXT_ROLE_1_BODY"/>
          <p:cNvSpPr txBox="1"/>
          <p:nvPr/>
        </p:nvSpPr>
        <p:spPr>
          <a:xfrm>
            <a:off x="2857500" y="2305050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{{ROLE_1_BODY}}</a:t>
            </a:r>
          </a:p>
          <a:p>
            <a:r>
              <a:rPr sz="1000" i="1">
                <a:solidFill>
                  <a:srgbClr val="8A8A8A"/>
                </a:solidFill>
              </a:rPr>
              <a:t>第 1 位：亮點（AI 潤飾；未用到時會清空）</a:t>
            </a:r>
          </a:p>
        </p:txBody>
      </p:sp>
      <p:sp>
        <p:nvSpPr>
          <p:cNvPr id="6" name="PHOTO_ROLE_2"/>
          <p:cNvSpPr/>
          <p:nvPr/>
        </p:nvSpPr>
        <p:spPr>
          <a:xfrm>
            <a:off x="666750" y="4429125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PHOTO_ROLE_2
人像（選用）</a:t>
            </a:r>
          </a:p>
        </p:txBody>
      </p:sp>
      <p:sp>
        <p:nvSpPr>
          <p:cNvPr id="7" name="TXT_ROLE_2_HEAD"/>
          <p:cNvSpPr txBox="1"/>
          <p:nvPr/>
        </p:nvSpPr>
        <p:spPr>
          <a:xfrm>
            <a:off x="2857500" y="4429125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{{ROLE_2_HEAD}}</a:t>
            </a:r>
          </a:p>
          <a:p>
            <a:r>
              <a:rPr sz="1000" i="1">
                <a:solidFill>
                  <a:srgbClr val="8A8A8A"/>
                </a:solidFill>
              </a:rPr>
              <a:t>第 2 位：角色 · 姓名（事實）</a:t>
            </a:r>
          </a:p>
        </p:txBody>
      </p:sp>
      <p:sp>
        <p:nvSpPr>
          <p:cNvPr id="8" name="TXT_ROLE_2_BODY"/>
          <p:cNvSpPr txBox="1"/>
          <p:nvPr/>
        </p:nvSpPr>
        <p:spPr>
          <a:xfrm>
            <a:off x="2857500" y="5019675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{{ROLE_2_BODY}}</a:t>
            </a:r>
          </a:p>
          <a:p>
            <a:r>
              <a:rPr sz="1000" i="1">
                <a:solidFill>
                  <a:srgbClr val="8A8A8A"/>
                </a:solidFill>
              </a:rPr>
              <a:t>第 2 位：亮點（AI 潤飾；未用到時會清空）</a:t>
            </a:r>
          </a:p>
        </p:txBody>
      </p:sp>
      <p:sp>
        <p:nvSpPr>
          <p:cNvPr id="9" name="PHOTO_ROLE_3"/>
          <p:cNvSpPr/>
          <p:nvPr/>
        </p:nvSpPr>
        <p:spPr>
          <a:xfrm>
            <a:off x="666750" y="7143750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PHOTO_ROLE_3
人像（選用）</a:t>
            </a:r>
          </a:p>
        </p:txBody>
      </p:sp>
      <p:sp>
        <p:nvSpPr>
          <p:cNvPr id="10" name="TXT_ROLE_3_HEAD"/>
          <p:cNvSpPr txBox="1"/>
          <p:nvPr/>
        </p:nvSpPr>
        <p:spPr>
          <a:xfrm>
            <a:off x="2857500" y="7143750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{{ROLE_3_HEAD}}</a:t>
            </a:r>
          </a:p>
          <a:p>
            <a:r>
              <a:rPr sz="1000" i="1">
                <a:solidFill>
                  <a:srgbClr val="8A8A8A"/>
                </a:solidFill>
              </a:rPr>
              <a:t>第 3 位：角色 · 姓名（事實）</a:t>
            </a:r>
          </a:p>
        </p:txBody>
      </p:sp>
      <p:sp>
        <p:nvSpPr>
          <p:cNvPr id="11" name="TXT_ROLE_3_BODY"/>
          <p:cNvSpPr txBox="1"/>
          <p:nvPr/>
        </p:nvSpPr>
        <p:spPr>
          <a:xfrm>
            <a:off x="2857500" y="7734300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{{ROLE_3_BODY}}</a:t>
            </a:r>
          </a:p>
          <a:p>
            <a:r>
              <a:rPr sz="1000" i="1">
                <a:solidFill>
                  <a:srgbClr val="8A8A8A"/>
                </a:solidFill>
              </a:rPr>
              <a:t>第 3 位：亮點（AI 潤飾；未用到時會清空）</a:t>
            </a:r>
          </a:p>
        </p:txBody>
      </p:sp>
      <p:sp>
        <p:nvSpPr>
          <p:cNvPr id="12" name="PHOTO_ROLE_4"/>
          <p:cNvSpPr/>
          <p:nvPr/>
        </p:nvSpPr>
        <p:spPr>
          <a:xfrm>
            <a:off x="666750" y="9858375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PHOTO_ROLE_4
人像（選用）</a:t>
            </a:r>
          </a:p>
        </p:txBody>
      </p:sp>
      <p:sp>
        <p:nvSpPr>
          <p:cNvPr id="13" name="TXT_ROLE_4_HEAD"/>
          <p:cNvSpPr txBox="1"/>
          <p:nvPr/>
        </p:nvSpPr>
        <p:spPr>
          <a:xfrm>
            <a:off x="2857500" y="9858375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{{ROLE_4_HEAD}}</a:t>
            </a:r>
          </a:p>
          <a:p>
            <a:r>
              <a:rPr sz="1000" i="1">
                <a:solidFill>
                  <a:srgbClr val="8A8A8A"/>
                </a:solidFill>
              </a:rPr>
              <a:t>第 4 位：角色 · 姓名（事實）</a:t>
            </a:r>
          </a:p>
        </p:txBody>
      </p:sp>
      <p:sp>
        <p:nvSpPr>
          <p:cNvPr id="14" name="TXT_ROLE_4_BODY"/>
          <p:cNvSpPr txBox="1"/>
          <p:nvPr/>
        </p:nvSpPr>
        <p:spPr>
          <a:xfrm>
            <a:off x="2857500" y="10448925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{{ROLE_4_BODY}}</a:t>
            </a:r>
          </a:p>
          <a:p>
            <a:r>
              <a:rPr sz="1000" i="1">
                <a:solidFill>
                  <a:srgbClr val="8A8A8A"/>
                </a:solidFill>
              </a:rPr>
              <a:t>第 4 位：亮點（AI 潤飾；未用到時會清空）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_GROUP_TITLE"/>
          <p:cNvSpPr txBox="1"/>
          <p:nvPr/>
        </p:nvSpPr>
        <p:spPr>
          <a:xfrm>
            <a:off x="666750" y="666750"/>
            <a:ext cx="9048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2222"/>
                </a:solidFill>
              </a:rPr>
              <a:t>{{GROUP_TITLE}}</a:t>
            </a:r>
          </a:p>
          <a:p>
            <a:r>
              <a:rPr sz="1000" i="1">
                <a:solidFill>
                  <a:srgbClr val="8A8A8A"/>
                </a:solidFill>
              </a:rPr>
              <a:t>組別標題</a:t>
            </a:r>
          </a:p>
        </p:txBody>
      </p:sp>
      <p:sp>
        <p:nvSpPr>
          <p:cNvPr id="3" name="PHOTO_ROLE_1"/>
          <p:cNvSpPr/>
          <p:nvPr/>
        </p:nvSpPr>
        <p:spPr>
          <a:xfrm>
            <a:off x="666750" y="1714500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PHOTO_ROLE_1
人像（選用）</a:t>
            </a:r>
          </a:p>
        </p:txBody>
      </p:sp>
      <p:sp>
        <p:nvSpPr>
          <p:cNvPr id="4" name="TXT_ROLE_1_HEAD"/>
          <p:cNvSpPr txBox="1"/>
          <p:nvPr/>
        </p:nvSpPr>
        <p:spPr>
          <a:xfrm>
            <a:off x="2857500" y="1714500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{{ROLE_1_HEAD}}</a:t>
            </a:r>
          </a:p>
          <a:p>
            <a:r>
              <a:rPr sz="1000" i="1">
                <a:solidFill>
                  <a:srgbClr val="8A8A8A"/>
                </a:solidFill>
              </a:rPr>
              <a:t>第 1 位：角色 · 姓名（事實）</a:t>
            </a:r>
          </a:p>
        </p:txBody>
      </p:sp>
      <p:sp>
        <p:nvSpPr>
          <p:cNvPr id="5" name="TXT_ROLE_1_BODY"/>
          <p:cNvSpPr txBox="1"/>
          <p:nvPr/>
        </p:nvSpPr>
        <p:spPr>
          <a:xfrm>
            <a:off x="2857500" y="2305050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{{ROLE_1_BODY}}</a:t>
            </a:r>
          </a:p>
          <a:p>
            <a:r>
              <a:rPr sz="1000" i="1">
                <a:solidFill>
                  <a:srgbClr val="8A8A8A"/>
                </a:solidFill>
              </a:rPr>
              <a:t>第 1 位：亮點（AI 潤飾；未用到時會清空）</a:t>
            </a:r>
          </a:p>
        </p:txBody>
      </p:sp>
      <p:sp>
        <p:nvSpPr>
          <p:cNvPr id="6" name="PHOTO_ROLE_2"/>
          <p:cNvSpPr/>
          <p:nvPr/>
        </p:nvSpPr>
        <p:spPr>
          <a:xfrm>
            <a:off x="666750" y="4429125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PHOTO_ROLE_2
人像（選用）</a:t>
            </a:r>
          </a:p>
        </p:txBody>
      </p:sp>
      <p:sp>
        <p:nvSpPr>
          <p:cNvPr id="7" name="TXT_ROLE_2_HEAD"/>
          <p:cNvSpPr txBox="1"/>
          <p:nvPr/>
        </p:nvSpPr>
        <p:spPr>
          <a:xfrm>
            <a:off x="2857500" y="4429125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{{ROLE_2_HEAD}}</a:t>
            </a:r>
          </a:p>
          <a:p>
            <a:r>
              <a:rPr sz="1000" i="1">
                <a:solidFill>
                  <a:srgbClr val="8A8A8A"/>
                </a:solidFill>
              </a:rPr>
              <a:t>第 2 位：角色 · 姓名（事實）</a:t>
            </a:r>
          </a:p>
        </p:txBody>
      </p:sp>
      <p:sp>
        <p:nvSpPr>
          <p:cNvPr id="8" name="TXT_ROLE_2_BODY"/>
          <p:cNvSpPr txBox="1"/>
          <p:nvPr/>
        </p:nvSpPr>
        <p:spPr>
          <a:xfrm>
            <a:off x="2857500" y="5019675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{{ROLE_2_BODY}}</a:t>
            </a:r>
          </a:p>
          <a:p>
            <a:r>
              <a:rPr sz="1000" i="1">
                <a:solidFill>
                  <a:srgbClr val="8A8A8A"/>
                </a:solidFill>
              </a:rPr>
              <a:t>第 2 位：亮點（AI 潤飾；未用到時會清空）</a:t>
            </a:r>
          </a:p>
        </p:txBody>
      </p:sp>
      <p:sp>
        <p:nvSpPr>
          <p:cNvPr id="9" name="PHOTO_ROLE_3"/>
          <p:cNvSpPr/>
          <p:nvPr/>
        </p:nvSpPr>
        <p:spPr>
          <a:xfrm>
            <a:off x="666750" y="7143750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PHOTO_ROLE_3
人像（選用）</a:t>
            </a:r>
          </a:p>
        </p:txBody>
      </p:sp>
      <p:sp>
        <p:nvSpPr>
          <p:cNvPr id="10" name="TXT_ROLE_3_HEAD"/>
          <p:cNvSpPr txBox="1"/>
          <p:nvPr/>
        </p:nvSpPr>
        <p:spPr>
          <a:xfrm>
            <a:off x="2857500" y="7143750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{{ROLE_3_HEAD}}</a:t>
            </a:r>
          </a:p>
          <a:p>
            <a:r>
              <a:rPr sz="1000" i="1">
                <a:solidFill>
                  <a:srgbClr val="8A8A8A"/>
                </a:solidFill>
              </a:rPr>
              <a:t>第 3 位：角色 · 姓名（事實）</a:t>
            </a:r>
          </a:p>
        </p:txBody>
      </p:sp>
      <p:sp>
        <p:nvSpPr>
          <p:cNvPr id="11" name="TXT_ROLE_3_BODY"/>
          <p:cNvSpPr txBox="1"/>
          <p:nvPr/>
        </p:nvSpPr>
        <p:spPr>
          <a:xfrm>
            <a:off x="2857500" y="7734300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{{ROLE_3_BODY}}</a:t>
            </a:r>
          </a:p>
          <a:p>
            <a:r>
              <a:rPr sz="1000" i="1">
                <a:solidFill>
                  <a:srgbClr val="8A8A8A"/>
                </a:solidFill>
              </a:rPr>
              <a:t>第 3 位：亮點（AI 潤飾；未用到時會清空）</a:t>
            </a:r>
          </a:p>
        </p:txBody>
      </p:sp>
      <p:sp>
        <p:nvSpPr>
          <p:cNvPr id="12" name="PHOTO_ROLE_4"/>
          <p:cNvSpPr/>
          <p:nvPr/>
        </p:nvSpPr>
        <p:spPr>
          <a:xfrm>
            <a:off x="666750" y="9858375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PHOTO_ROLE_4
人像（選用）</a:t>
            </a:r>
          </a:p>
        </p:txBody>
      </p:sp>
      <p:sp>
        <p:nvSpPr>
          <p:cNvPr id="13" name="TXT_ROLE_4_HEAD"/>
          <p:cNvSpPr txBox="1"/>
          <p:nvPr/>
        </p:nvSpPr>
        <p:spPr>
          <a:xfrm>
            <a:off x="2857500" y="9858375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{{ROLE_4_HEAD}}</a:t>
            </a:r>
          </a:p>
          <a:p>
            <a:r>
              <a:rPr sz="1000" i="1">
                <a:solidFill>
                  <a:srgbClr val="8A8A8A"/>
                </a:solidFill>
              </a:rPr>
              <a:t>第 4 位：角色 · 姓名（事實）</a:t>
            </a:r>
          </a:p>
        </p:txBody>
      </p:sp>
      <p:sp>
        <p:nvSpPr>
          <p:cNvPr id="14" name="TXT_ROLE_4_BODY"/>
          <p:cNvSpPr txBox="1"/>
          <p:nvPr/>
        </p:nvSpPr>
        <p:spPr>
          <a:xfrm>
            <a:off x="2857500" y="10448925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{{ROLE_4_BODY}}</a:t>
            </a:r>
          </a:p>
          <a:p>
            <a:r>
              <a:rPr sz="1000" i="1">
                <a:solidFill>
                  <a:srgbClr val="8A8A8A"/>
                </a:solidFill>
              </a:rPr>
              <a:t>第 4 位：亮點（AI 潤飾；未用到時會清空）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_GROUP_TITLE"/>
          <p:cNvSpPr txBox="1"/>
          <p:nvPr/>
        </p:nvSpPr>
        <p:spPr>
          <a:xfrm>
            <a:off x="666750" y="666750"/>
            <a:ext cx="9048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2222"/>
                </a:solidFill>
              </a:rPr>
              <a:t>{{GROUP_TITLE}}</a:t>
            </a:r>
          </a:p>
          <a:p>
            <a:r>
              <a:rPr sz="1000" i="1">
                <a:solidFill>
                  <a:srgbClr val="8A8A8A"/>
                </a:solidFill>
              </a:rPr>
              <a:t>組別標題</a:t>
            </a:r>
          </a:p>
        </p:txBody>
      </p:sp>
      <p:sp>
        <p:nvSpPr>
          <p:cNvPr id="3" name="PHOTO_ROLE_1"/>
          <p:cNvSpPr/>
          <p:nvPr/>
        </p:nvSpPr>
        <p:spPr>
          <a:xfrm>
            <a:off x="666750" y="1714500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PHOTO_ROLE_1
人像（選用）</a:t>
            </a:r>
          </a:p>
        </p:txBody>
      </p:sp>
      <p:sp>
        <p:nvSpPr>
          <p:cNvPr id="4" name="TXT_ROLE_1_HEAD"/>
          <p:cNvSpPr txBox="1"/>
          <p:nvPr/>
        </p:nvSpPr>
        <p:spPr>
          <a:xfrm>
            <a:off x="2857500" y="1714500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{{ROLE_1_HEAD}}</a:t>
            </a:r>
          </a:p>
          <a:p>
            <a:r>
              <a:rPr sz="1000" i="1">
                <a:solidFill>
                  <a:srgbClr val="8A8A8A"/>
                </a:solidFill>
              </a:rPr>
              <a:t>第 1 位：角色 · 姓名（事實）</a:t>
            </a:r>
          </a:p>
        </p:txBody>
      </p:sp>
      <p:sp>
        <p:nvSpPr>
          <p:cNvPr id="5" name="TXT_ROLE_1_BODY"/>
          <p:cNvSpPr txBox="1"/>
          <p:nvPr/>
        </p:nvSpPr>
        <p:spPr>
          <a:xfrm>
            <a:off x="2857500" y="2305050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{{ROLE_1_BODY}}</a:t>
            </a:r>
          </a:p>
          <a:p>
            <a:r>
              <a:rPr sz="1000" i="1">
                <a:solidFill>
                  <a:srgbClr val="8A8A8A"/>
                </a:solidFill>
              </a:rPr>
              <a:t>第 1 位：亮點（AI 潤飾；未用到時會清空）</a:t>
            </a:r>
          </a:p>
        </p:txBody>
      </p:sp>
      <p:sp>
        <p:nvSpPr>
          <p:cNvPr id="6" name="PHOTO_ROLE_2"/>
          <p:cNvSpPr/>
          <p:nvPr/>
        </p:nvSpPr>
        <p:spPr>
          <a:xfrm>
            <a:off x="666750" y="4429125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PHOTO_ROLE_2
人像（選用）</a:t>
            </a:r>
          </a:p>
        </p:txBody>
      </p:sp>
      <p:sp>
        <p:nvSpPr>
          <p:cNvPr id="7" name="TXT_ROLE_2_HEAD"/>
          <p:cNvSpPr txBox="1"/>
          <p:nvPr/>
        </p:nvSpPr>
        <p:spPr>
          <a:xfrm>
            <a:off x="2857500" y="4429125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{{ROLE_2_HEAD}}</a:t>
            </a:r>
          </a:p>
          <a:p>
            <a:r>
              <a:rPr sz="1000" i="1">
                <a:solidFill>
                  <a:srgbClr val="8A8A8A"/>
                </a:solidFill>
              </a:rPr>
              <a:t>第 2 位：角色 · 姓名（事實）</a:t>
            </a:r>
          </a:p>
        </p:txBody>
      </p:sp>
      <p:sp>
        <p:nvSpPr>
          <p:cNvPr id="8" name="TXT_ROLE_2_BODY"/>
          <p:cNvSpPr txBox="1"/>
          <p:nvPr/>
        </p:nvSpPr>
        <p:spPr>
          <a:xfrm>
            <a:off x="2857500" y="5019675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{{ROLE_2_BODY}}</a:t>
            </a:r>
          </a:p>
          <a:p>
            <a:r>
              <a:rPr sz="1000" i="1">
                <a:solidFill>
                  <a:srgbClr val="8A8A8A"/>
                </a:solidFill>
              </a:rPr>
              <a:t>第 2 位：亮點（AI 潤飾；未用到時會清空）</a:t>
            </a:r>
          </a:p>
        </p:txBody>
      </p:sp>
      <p:sp>
        <p:nvSpPr>
          <p:cNvPr id="9" name="PHOTO_ROLE_3"/>
          <p:cNvSpPr/>
          <p:nvPr/>
        </p:nvSpPr>
        <p:spPr>
          <a:xfrm>
            <a:off x="666750" y="7143750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PHOTO_ROLE_3
人像（選用）</a:t>
            </a:r>
          </a:p>
        </p:txBody>
      </p:sp>
      <p:sp>
        <p:nvSpPr>
          <p:cNvPr id="10" name="TXT_ROLE_3_HEAD"/>
          <p:cNvSpPr txBox="1"/>
          <p:nvPr/>
        </p:nvSpPr>
        <p:spPr>
          <a:xfrm>
            <a:off x="2857500" y="7143750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{{ROLE_3_HEAD}}</a:t>
            </a:r>
          </a:p>
          <a:p>
            <a:r>
              <a:rPr sz="1000" i="1">
                <a:solidFill>
                  <a:srgbClr val="8A8A8A"/>
                </a:solidFill>
              </a:rPr>
              <a:t>第 3 位：角色 · 姓名（事實）</a:t>
            </a:r>
          </a:p>
        </p:txBody>
      </p:sp>
      <p:sp>
        <p:nvSpPr>
          <p:cNvPr id="11" name="TXT_ROLE_3_BODY"/>
          <p:cNvSpPr txBox="1"/>
          <p:nvPr/>
        </p:nvSpPr>
        <p:spPr>
          <a:xfrm>
            <a:off x="2857500" y="7734300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{{ROLE_3_BODY}}</a:t>
            </a:r>
          </a:p>
          <a:p>
            <a:r>
              <a:rPr sz="1000" i="1">
                <a:solidFill>
                  <a:srgbClr val="8A8A8A"/>
                </a:solidFill>
              </a:rPr>
              <a:t>第 3 位：亮點（AI 潤飾；未用到時會清空）</a:t>
            </a:r>
          </a:p>
        </p:txBody>
      </p:sp>
      <p:sp>
        <p:nvSpPr>
          <p:cNvPr id="12" name="PHOTO_ROLE_4"/>
          <p:cNvSpPr/>
          <p:nvPr/>
        </p:nvSpPr>
        <p:spPr>
          <a:xfrm>
            <a:off x="666750" y="9858375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PHOTO_ROLE_4
人像（選用）</a:t>
            </a:r>
          </a:p>
        </p:txBody>
      </p:sp>
      <p:sp>
        <p:nvSpPr>
          <p:cNvPr id="13" name="TXT_ROLE_4_HEAD"/>
          <p:cNvSpPr txBox="1"/>
          <p:nvPr/>
        </p:nvSpPr>
        <p:spPr>
          <a:xfrm>
            <a:off x="2857500" y="9858375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{{ROLE_4_HEAD}}</a:t>
            </a:r>
          </a:p>
          <a:p>
            <a:r>
              <a:rPr sz="1000" i="1">
                <a:solidFill>
                  <a:srgbClr val="8A8A8A"/>
                </a:solidFill>
              </a:rPr>
              <a:t>第 4 位：角色 · 姓名（事實）</a:t>
            </a:r>
          </a:p>
        </p:txBody>
      </p:sp>
      <p:sp>
        <p:nvSpPr>
          <p:cNvPr id="14" name="TXT_ROLE_4_BODY"/>
          <p:cNvSpPr txBox="1"/>
          <p:nvPr/>
        </p:nvSpPr>
        <p:spPr>
          <a:xfrm>
            <a:off x="2857500" y="10448925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{{ROLE_4_BODY}}</a:t>
            </a:r>
          </a:p>
          <a:p>
            <a:r>
              <a:rPr sz="1000" i="1">
                <a:solidFill>
                  <a:srgbClr val="8A8A8A"/>
                </a:solidFill>
              </a:rPr>
              <a:t>第 4 位：亮點（AI 潤飾；未用到時會清空）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_GROUP_TITLE"/>
          <p:cNvSpPr txBox="1"/>
          <p:nvPr/>
        </p:nvSpPr>
        <p:spPr>
          <a:xfrm>
            <a:off x="666750" y="666750"/>
            <a:ext cx="9048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2222"/>
                </a:solidFill>
              </a:rPr>
              <a:t>{{GROUP_TITLE}}</a:t>
            </a:r>
          </a:p>
          <a:p>
            <a:r>
              <a:rPr sz="1000" i="1">
                <a:solidFill>
                  <a:srgbClr val="8A8A8A"/>
                </a:solidFill>
              </a:rPr>
              <a:t>組別標題</a:t>
            </a:r>
          </a:p>
        </p:txBody>
      </p:sp>
      <p:sp>
        <p:nvSpPr>
          <p:cNvPr id="3" name="PHOTO_ROLE_1"/>
          <p:cNvSpPr/>
          <p:nvPr/>
        </p:nvSpPr>
        <p:spPr>
          <a:xfrm>
            <a:off x="666750" y="1714500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PHOTO_ROLE_1
人像（選用）</a:t>
            </a:r>
          </a:p>
        </p:txBody>
      </p:sp>
      <p:sp>
        <p:nvSpPr>
          <p:cNvPr id="4" name="TXT_ROLE_1_HEAD"/>
          <p:cNvSpPr txBox="1"/>
          <p:nvPr/>
        </p:nvSpPr>
        <p:spPr>
          <a:xfrm>
            <a:off x="2857500" y="1714500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{{ROLE_1_HEAD}}</a:t>
            </a:r>
          </a:p>
          <a:p>
            <a:r>
              <a:rPr sz="1000" i="1">
                <a:solidFill>
                  <a:srgbClr val="8A8A8A"/>
                </a:solidFill>
              </a:rPr>
              <a:t>第 1 位：角色 · 姓名（事實）</a:t>
            </a:r>
          </a:p>
        </p:txBody>
      </p:sp>
      <p:sp>
        <p:nvSpPr>
          <p:cNvPr id="5" name="TXT_ROLE_1_BODY"/>
          <p:cNvSpPr txBox="1"/>
          <p:nvPr/>
        </p:nvSpPr>
        <p:spPr>
          <a:xfrm>
            <a:off x="2857500" y="2305050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{{ROLE_1_BODY}}</a:t>
            </a:r>
          </a:p>
          <a:p>
            <a:r>
              <a:rPr sz="1000" i="1">
                <a:solidFill>
                  <a:srgbClr val="8A8A8A"/>
                </a:solidFill>
              </a:rPr>
              <a:t>第 1 位：亮點（AI 潤飾；未用到時會清空）</a:t>
            </a:r>
          </a:p>
        </p:txBody>
      </p:sp>
      <p:sp>
        <p:nvSpPr>
          <p:cNvPr id="6" name="PHOTO_ROLE_2"/>
          <p:cNvSpPr/>
          <p:nvPr/>
        </p:nvSpPr>
        <p:spPr>
          <a:xfrm>
            <a:off x="666750" y="4429125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PHOTO_ROLE_2
人像（選用）</a:t>
            </a:r>
          </a:p>
        </p:txBody>
      </p:sp>
      <p:sp>
        <p:nvSpPr>
          <p:cNvPr id="7" name="TXT_ROLE_2_HEAD"/>
          <p:cNvSpPr txBox="1"/>
          <p:nvPr/>
        </p:nvSpPr>
        <p:spPr>
          <a:xfrm>
            <a:off x="2857500" y="4429125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{{ROLE_2_HEAD}}</a:t>
            </a:r>
          </a:p>
          <a:p>
            <a:r>
              <a:rPr sz="1000" i="1">
                <a:solidFill>
                  <a:srgbClr val="8A8A8A"/>
                </a:solidFill>
              </a:rPr>
              <a:t>第 2 位：角色 · 姓名（事實）</a:t>
            </a:r>
          </a:p>
        </p:txBody>
      </p:sp>
      <p:sp>
        <p:nvSpPr>
          <p:cNvPr id="8" name="TXT_ROLE_2_BODY"/>
          <p:cNvSpPr txBox="1"/>
          <p:nvPr/>
        </p:nvSpPr>
        <p:spPr>
          <a:xfrm>
            <a:off x="2857500" y="5019675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{{ROLE_2_BODY}}</a:t>
            </a:r>
          </a:p>
          <a:p>
            <a:r>
              <a:rPr sz="1000" i="1">
                <a:solidFill>
                  <a:srgbClr val="8A8A8A"/>
                </a:solidFill>
              </a:rPr>
              <a:t>第 2 位：亮點（AI 潤飾；未用到時會清空）</a:t>
            </a:r>
          </a:p>
        </p:txBody>
      </p:sp>
      <p:sp>
        <p:nvSpPr>
          <p:cNvPr id="9" name="PHOTO_ROLE_3"/>
          <p:cNvSpPr/>
          <p:nvPr/>
        </p:nvSpPr>
        <p:spPr>
          <a:xfrm>
            <a:off x="666750" y="7143750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PHOTO_ROLE_3
人像（選用）</a:t>
            </a:r>
          </a:p>
        </p:txBody>
      </p:sp>
      <p:sp>
        <p:nvSpPr>
          <p:cNvPr id="10" name="TXT_ROLE_3_HEAD"/>
          <p:cNvSpPr txBox="1"/>
          <p:nvPr/>
        </p:nvSpPr>
        <p:spPr>
          <a:xfrm>
            <a:off x="2857500" y="7143750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{{ROLE_3_HEAD}}</a:t>
            </a:r>
          </a:p>
          <a:p>
            <a:r>
              <a:rPr sz="1000" i="1">
                <a:solidFill>
                  <a:srgbClr val="8A8A8A"/>
                </a:solidFill>
              </a:rPr>
              <a:t>第 3 位：角色 · 姓名（事實）</a:t>
            </a:r>
          </a:p>
        </p:txBody>
      </p:sp>
      <p:sp>
        <p:nvSpPr>
          <p:cNvPr id="11" name="TXT_ROLE_3_BODY"/>
          <p:cNvSpPr txBox="1"/>
          <p:nvPr/>
        </p:nvSpPr>
        <p:spPr>
          <a:xfrm>
            <a:off x="2857500" y="7734300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{{ROLE_3_BODY}}</a:t>
            </a:r>
          </a:p>
          <a:p>
            <a:r>
              <a:rPr sz="1000" i="1">
                <a:solidFill>
                  <a:srgbClr val="8A8A8A"/>
                </a:solidFill>
              </a:rPr>
              <a:t>第 3 位：亮點（AI 潤飾；未用到時會清空）</a:t>
            </a:r>
          </a:p>
        </p:txBody>
      </p:sp>
      <p:sp>
        <p:nvSpPr>
          <p:cNvPr id="12" name="PHOTO_ROLE_4"/>
          <p:cNvSpPr/>
          <p:nvPr/>
        </p:nvSpPr>
        <p:spPr>
          <a:xfrm>
            <a:off x="666750" y="9858375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PHOTO_ROLE_4
人像（選用）</a:t>
            </a:r>
          </a:p>
        </p:txBody>
      </p:sp>
      <p:sp>
        <p:nvSpPr>
          <p:cNvPr id="13" name="TXT_ROLE_4_HEAD"/>
          <p:cNvSpPr txBox="1"/>
          <p:nvPr/>
        </p:nvSpPr>
        <p:spPr>
          <a:xfrm>
            <a:off x="2857500" y="9858375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{{ROLE_4_HEAD}}</a:t>
            </a:r>
          </a:p>
          <a:p>
            <a:r>
              <a:rPr sz="1000" i="1">
                <a:solidFill>
                  <a:srgbClr val="8A8A8A"/>
                </a:solidFill>
              </a:rPr>
              <a:t>第 4 位：角色 · 姓名（事實）</a:t>
            </a:r>
          </a:p>
        </p:txBody>
      </p:sp>
      <p:sp>
        <p:nvSpPr>
          <p:cNvPr id="14" name="TXT_ROLE_4_BODY"/>
          <p:cNvSpPr txBox="1"/>
          <p:nvPr/>
        </p:nvSpPr>
        <p:spPr>
          <a:xfrm>
            <a:off x="2857500" y="10448925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{{ROLE_4_BODY}}</a:t>
            </a:r>
          </a:p>
          <a:p>
            <a:r>
              <a:rPr sz="1000" i="1">
                <a:solidFill>
                  <a:srgbClr val="8A8A8A"/>
                </a:solidFill>
              </a:rPr>
              <a:t>第 4 位：亮點（AI 潤飾；未用到時會清空）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_GROUP_TITLE"/>
          <p:cNvSpPr txBox="1"/>
          <p:nvPr/>
        </p:nvSpPr>
        <p:spPr>
          <a:xfrm>
            <a:off x="666750" y="666750"/>
            <a:ext cx="9048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2222"/>
                </a:solidFill>
              </a:rPr>
              <a:t>{{GROUP_TITLE}}</a:t>
            </a:r>
          </a:p>
          <a:p>
            <a:r>
              <a:rPr sz="1000" i="1">
                <a:solidFill>
                  <a:srgbClr val="8A8A8A"/>
                </a:solidFill>
              </a:rPr>
              <a:t>組別標題</a:t>
            </a:r>
          </a:p>
        </p:txBody>
      </p:sp>
      <p:sp>
        <p:nvSpPr>
          <p:cNvPr id="3" name="PHOTO_ROLE_1"/>
          <p:cNvSpPr/>
          <p:nvPr/>
        </p:nvSpPr>
        <p:spPr>
          <a:xfrm>
            <a:off x="666750" y="1714500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PHOTO_ROLE_1
人像（選用）</a:t>
            </a:r>
          </a:p>
        </p:txBody>
      </p:sp>
      <p:sp>
        <p:nvSpPr>
          <p:cNvPr id="4" name="TXT_ROLE_1_HEAD"/>
          <p:cNvSpPr txBox="1"/>
          <p:nvPr/>
        </p:nvSpPr>
        <p:spPr>
          <a:xfrm>
            <a:off x="2857500" y="1714500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{{ROLE_1_HEAD}}</a:t>
            </a:r>
          </a:p>
          <a:p>
            <a:r>
              <a:rPr sz="1000" i="1">
                <a:solidFill>
                  <a:srgbClr val="8A8A8A"/>
                </a:solidFill>
              </a:rPr>
              <a:t>第 1 位：角色 · 姓名（事實）</a:t>
            </a:r>
          </a:p>
        </p:txBody>
      </p:sp>
      <p:sp>
        <p:nvSpPr>
          <p:cNvPr id="5" name="TXT_ROLE_1_BODY"/>
          <p:cNvSpPr txBox="1"/>
          <p:nvPr/>
        </p:nvSpPr>
        <p:spPr>
          <a:xfrm>
            <a:off x="2857500" y="2305050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{{ROLE_1_BODY}}</a:t>
            </a:r>
          </a:p>
          <a:p>
            <a:r>
              <a:rPr sz="1000" i="1">
                <a:solidFill>
                  <a:srgbClr val="8A8A8A"/>
                </a:solidFill>
              </a:rPr>
              <a:t>第 1 位：亮點（AI 潤飾；未用到時會清空）</a:t>
            </a:r>
          </a:p>
        </p:txBody>
      </p:sp>
      <p:sp>
        <p:nvSpPr>
          <p:cNvPr id="6" name="PHOTO_ROLE_2"/>
          <p:cNvSpPr/>
          <p:nvPr/>
        </p:nvSpPr>
        <p:spPr>
          <a:xfrm>
            <a:off x="666750" y="4429125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PHOTO_ROLE_2
人像（選用）</a:t>
            </a:r>
          </a:p>
        </p:txBody>
      </p:sp>
      <p:sp>
        <p:nvSpPr>
          <p:cNvPr id="7" name="TXT_ROLE_2_HEAD"/>
          <p:cNvSpPr txBox="1"/>
          <p:nvPr/>
        </p:nvSpPr>
        <p:spPr>
          <a:xfrm>
            <a:off x="2857500" y="4429125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{{ROLE_2_HEAD}}</a:t>
            </a:r>
          </a:p>
          <a:p>
            <a:r>
              <a:rPr sz="1000" i="1">
                <a:solidFill>
                  <a:srgbClr val="8A8A8A"/>
                </a:solidFill>
              </a:rPr>
              <a:t>第 2 位：角色 · 姓名（事實）</a:t>
            </a:r>
          </a:p>
        </p:txBody>
      </p:sp>
      <p:sp>
        <p:nvSpPr>
          <p:cNvPr id="8" name="TXT_ROLE_2_BODY"/>
          <p:cNvSpPr txBox="1"/>
          <p:nvPr/>
        </p:nvSpPr>
        <p:spPr>
          <a:xfrm>
            <a:off x="2857500" y="5019675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{{ROLE_2_BODY}}</a:t>
            </a:r>
          </a:p>
          <a:p>
            <a:r>
              <a:rPr sz="1000" i="1">
                <a:solidFill>
                  <a:srgbClr val="8A8A8A"/>
                </a:solidFill>
              </a:rPr>
              <a:t>第 2 位：亮點（AI 潤飾；未用到時會清空）</a:t>
            </a:r>
          </a:p>
        </p:txBody>
      </p:sp>
      <p:sp>
        <p:nvSpPr>
          <p:cNvPr id="9" name="PHOTO_ROLE_3"/>
          <p:cNvSpPr/>
          <p:nvPr/>
        </p:nvSpPr>
        <p:spPr>
          <a:xfrm>
            <a:off x="666750" y="7143750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PHOTO_ROLE_3
人像（選用）</a:t>
            </a:r>
          </a:p>
        </p:txBody>
      </p:sp>
      <p:sp>
        <p:nvSpPr>
          <p:cNvPr id="10" name="TXT_ROLE_3_HEAD"/>
          <p:cNvSpPr txBox="1"/>
          <p:nvPr/>
        </p:nvSpPr>
        <p:spPr>
          <a:xfrm>
            <a:off x="2857500" y="7143750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{{ROLE_3_HEAD}}</a:t>
            </a:r>
          </a:p>
          <a:p>
            <a:r>
              <a:rPr sz="1000" i="1">
                <a:solidFill>
                  <a:srgbClr val="8A8A8A"/>
                </a:solidFill>
              </a:rPr>
              <a:t>第 3 位：角色 · 姓名（事實）</a:t>
            </a:r>
          </a:p>
        </p:txBody>
      </p:sp>
      <p:sp>
        <p:nvSpPr>
          <p:cNvPr id="11" name="TXT_ROLE_3_BODY"/>
          <p:cNvSpPr txBox="1"/>
          <p:nvPr/>
        </p:nvSpPr>
        <p:spPr>
          <a:xfrm>
            <a:off x="2857500" y="7734300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{{ROLE_3_BODY}}</a:t>
            </a:r>
          </a:p>
          <a:p>
            <a:r>
              <a:rPr sz="1000" i="1">
                <a:solidFill>
                  <a:srgbClr val="8A8A8A"/>
                </a:solidFill>
              </a:rPr>
              <a:t>第 3 位：亮點（AI 潤飾；未用到時會清空）</a:t>
            </a:r>
          </a:p>
        </p:txBody>
      </p:sp>
      <p:sp>
        <p:nvSpPr>
          <p:cNvPr id="12" name="PHOTO_ROLE_4"/>
          <p:cNvSpPr/>
          <p:nvPr/>
        </p:nvSpPr>
        <p:spPr>
          <a:xfrm>
            <a:off x="666750" y="9858375"/>
            <a:ext cx="1905000" cy="19050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PHOTO_ROLE_4
人像（選用）</a:t>
            </a:r>
          </a:p>
        </p:txBody>
      </p:sp>
      <p:sp>
        <p:nvSpPr>
          <p:cNvPr id="13" name="TXT_ROLE_4_HEAD"/>
          <p:cNvSpPr txBox="1"/>
          <p:nvPr/>
        </p:nvSpPr>
        <p:spPr>
          <a:xfrm>
            <a:off x="2857500" y="9858375"/>
            <a:ext cx="685800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{{ROLE_4_HEAD}}</a:t>
            </a:r>
          </a:p>
          <a:p>
            <a:r>
              <a:rPr sz="1000" i="1">
                <a:solidFill>
                  <a:srgbClr val="8A8A8A"/>
                </a:solidFill>
              </a:rPr>
              <a:t>第 4 位：角色 · 姓名（事實）</a:t>
            </a:r>
          </a:p>
        </p:txBody>
      </p:sp>
      <p:sp>
        <p:nvSpPr>
          <p:cNvPr id="14" name="TXT_ROLE_4_BODY"/>
          <p:cNvSpPr txBox="1"/>
          <p:nvPr/>
        </p:nvSpPr>
        <p:spPr>
          <a:xfrm>
            <a:off x="2857500" y="10448925"/>
            <a:ext cx="6858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{{ROLE_4_BODY}}</a:t>
            </a:r>
          </a:p>
          <a:p>
            <a:r>
              <a:rPr sz="1000" i="1">
                <a:solidFill>
                  <a:srgbClr val="8A8A8A"/>
                </a:solidFill>
              </a:rPr>
              <a:t>第 4 位：亮點（AI 潤飾；未用到時會清空）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HOTO_GROUP"/>
          <p:cNvSpPr/>
          <p:nvPr/>
        </p:nvSpPr>
        <p:spPr>
          <a:xfrm>
            <a:off x="666750" y="1047750"/>
            <a:ext cx="9048750" cy="4000500"/>
          </a:xfrm>
          <a:prstGeom prst="rect">
            <a:avLst/>
          </a:prstGeom>
          <a:noFill/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8A8A8A"/>
                </a:solidFill>
              </a:rPr>
              <a:t>PHOTO_GROUP
團體照（開檔後替換）</a:t>
            </a:r>
          </a:p>
        </p:txBody>
      </p:sp>
      <p:sp>
        <p:nvSpPr>
          <p:cNvPr id="3" name="TXT_NEXT_DATE"/>
          <p:cNvSpPr txBox="1"/>
          <p:nvPr/>
        </p:nvSpPr>
        <p:spPr>
          <a:xfrm>
            <a:off x="666750" y="5429250"/>
            <a:ext cx="4381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22222"/>
                </a:solidFill>
              </a:rPr>
              <a:t>{{NEXT_DATE}}</a:t>
            </a:r>
          </a:p>
          <a:p>
            <a:r>
              <a:rPr sz="1000" i="1">
                <a:solidFill>
                  <a:srgbClr val="8A8A8A"/>
                </a:solidFill>
              </a:rPr>
              <a:t>下次例會日期（事實）</a:t>
            </a:r>
          </a:p>
        </p:txBody>
      </p:sp>
      <p:sp>
        <p:nvSpPr>
          <p:cNvPr id="4" name="TXT_NEXT_TIME"/>
          <p:cNvSpPr txBox="1"/>
          <p:nvPr/>
        </p:nvSpPr>
        <p:spPr>
          <a:xfrm>
            <a:off x="5334000" y="5429250"/>
            <a:ext cx="4381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222222"/>
                </a:solidFill>
              </a:rPr>
              <a:t>{{NEXT_TIME}}</a:t>
            </a:r>
          </a:p>
          <a:p>
            <a:r>
              <a:rPr sz="1000" i="1">
                <a:solidFill>
                  <a:srgbClr val="8A8A8A"/>
                </a:solidFill>
              </a:rPr>
              <a:t>下次例會時間</a:t>
            </a:r>
          </a:p>
        </p:txBody>
      </p:sp>
      <p:sp>
        <p:nvSpPr>
          <p:cNvPr id="5" name="TXT_NEXT_VENUE"/>
          <p:cNvSpPr txBox="1"/>
          <p:nvPr/>
        </p:nvSpPr>
        <p:spPr>
          <a:xfrm>
            <a:off x="666750" y="6191250"/>
            <a:ext cx="904875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{{NEXT_VENUE}}</a:t>
            </a:r>
          </a:p>
          <a:p>
            <a:r>
              <a:rPr sz="1000" i="1">
                <a:solidFill>
                  <a:srgbClr val="8A8A8A"/>
                </a:solidFill>
              </a:rPr>
              <a:t>下次例會地點</a:t>
            </a:r>
          </a:p>
        </p:txBody>
      </p:sp>
      <p:sp>
        <p:nvSpPr>
          <p:cNvPr id="6" name="TXT_NEXT_TRANSPORT"/>
          <p:cNvSpPr txBox="1"/>
          <p:nvPr/>
        </p:nvSpPr>
        <p:spPr>
          <a:xfrm>
            <a:off x="666750" y="7143750"/>
            <a:ext cx="9048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{{NEXT_TRANSPORT}}</a:t>
            </a:r>
          </a:p>
          <a:p>
            <a:r>
              <a:rPr sz="1000" i="1">
                <a:solidFill>
                  <a:srgbClr val="8A8A8A"/>
                </a:solidFill>
              </a:rPr>
              <a:t>交通</a:t>
            </a:r>
          </a:p>
        </p:txBody>
      </p:sp>
      <p:sp>
        <p:nvSpPr>
          <p:cNvPr id="7" name="TXT_NEXT_FEE"/>
          <p:cNvSpPr txBox="1"/>
          <p:nvPr/>
        </p:nvSpPr>
        <p:spPr>
          <a:xfrm>
            <a:off x="666750" y="7810500"/>
            <a:ext cx="4381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{{NEXT_FEE}}</a:t>
            </a:r>
          </a:p>
          <a:p>
            <a:r>
              <a:rPr sz="1000" i="1">
                <a:solidFill>
                  <a:srgbClr val="8A8A8A"/>
                </a:solidFill>
              </a:rPr>
              <a:t>費用</a:t>
            </a:r>
          </a:p>
        </p:txBody>
      </p:sp>
      <p:sp>
        <p:nvSpPr>
          <p:cNvPr id="8" name="TXT_REGISTER_URL"/>
          <p:cNvSpPr txBox="1"/>
          <p:nvPr/>
        </p:nvSpPr>
        <p:spPr>
          <a:xfrm>
            <a:off x="666750" y="8477250"/>
            <a:ext cx="904875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{{REGISTER_URL}}</a:t>
            </a:r>
          </a:p>
          <a:p>
            <a:r>
              <a:rPr sz="1000" i="1">
                <a:solidFill>
                  <a:srgbClr val="8A8A8A"/>
                </a:solidFill>
              </a:rPr>
              <a:t>報名連結</a:t>
            </a:r>
          </a:p>
        </p:txBody>
      </p:sp>
      <p:sp>
        <p:nvSpPr>
          <p:cNvPr id="9" name="TXT_BRAND_SIGNATURE"/>
          <p:cNvSpPr txBox="1"/>
          <p:nvPr/>
        </p:nvSpPr>
        <p:spPr>
          <a:xfrm>
            <a:off x="666750" y="9239250"/>
            <a:ext cx="9048750" cy="20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{{BRAND_SIGNATURE}}</a:t>
            </a:r>
          </a:p>
          <a:p>
            <a:r>
              <a:rPr sz="1000" i="1">
                <a:solidFill>
                  <a:srgbClr val="8A8A8A"/>
                </a:solidFill>
              </a:rPr>
              <a:t>品牌定位句（LOCKED，逐字帶入）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