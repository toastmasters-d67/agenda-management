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【預告海報 · 品牌配色起始版】</a:t>
            </a:r>
          </a:p>
          <a:p>
            <a:r>
              <a:t>已套好深藍底 x 金色標題 x 米白正文與底部資訊帶。</a:t>
            </a:r>
          </a:p>
          <a:p>
            <a:r>
              <a:t>可自由調整：背景色/漸層、色塊位置、字體字級、圖片。</a:t>
            </a:r>
          </a:p>
          <a:p>
            <a:r>
              <a:t>務必保留：所有 {{TOKEN}} 文字（勿在 token 中間換格式）、照片框名稱 PHOTO_HOST。</a:t>
            </a:r>
          </a:p>
          <a:p>
            <a:r>
              <a:t>LOGO_PLACEHOLDER 可換成實際 Logo 圖片。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R_TOP"/>
          <p:cNvSpPr/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_PLACEHOLDER"/>
          <p:cNvSpPr/>
          <p:nvPr/>
        </p:nvSpPr>
        <p:spPr>
          <a:xfrm>
            <a:off x="666750" y="571500"/>
            <a:ext cx="1143000" cy="1143000"/>
          </a:xfrm>
          <a:prstGeom prst="roundRect">
            <a:avLst>
              <a:gd name="adj" fmla="val 5000"/>
            </a:avLst>
          </a:prstGeom>
          <a:solidFill>
            <a:srgbClr val="01253A"/>
          </a:solidFill>
          <a:ln w="1905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D9A441"/>
                </a:solidFill>
              </a:rPr>
              <a:t>LOGO
（插入品牌 Logo）</a:t>
            </a:r>
          </a:p>
        </p:txBody>
      </p:sp>
      <p:sp>
        <p:nvSpPr>
          <p:cNvPr id="5" name="TXT_ORG"/>
          <p:cNvSpPr txBox="1"/>
          <p:nvPr/>
        </p:nvSpPr>
        <p:spPr>
          <a:xfrm>
            <a:off x="2000250" y="914400"/>
            <a:ext cx="4953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7E6"/>
                </a:solidFill>
              </a:rPr>
              <a:t>Chill Hi High 中英雙語國際演講會</a:t>
            </a:r>
          </a:p>
        </p:txBody>
      </p:sp>
      <p:sp>
        <p:nvSpPr>
          <p:cNvPr id="6" name="TXT_THEME"/>
          <p:cNvSpPr txBox="1"/>
          <p:nvPr/>
        </p:nvSpPr>
        <p:spPr>
          <a:xfrm>
            <a:off x="666750" y="2190750"/>
            <a:ext cx="51435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D9A441"/>
                </a:solidFill>
              </a:rPr>
              <a:t>{{THEME}}</a:t>
            </a:r>
          </a:p>
        </p:txBody>
      </p:sp>
      <p:sp>
        <p:nvSpPr>
          <p:cNvPr id="7" name="TXT_HEADLINE"/>
          <p:cNvSpPr txBox="1"/>
          <p:nvPr/>
        </p:nvSpPr>
        <p:spPr>
          <a:xfrm>
            <a:off x="666750" y="2762250"/>
            <a:ext cx="5143500" cy="2190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D9A441"/>
                </a:solidFill>
              </a:rPr>
              <a:t>{{HEADLINE}}</a:t>
            </a:r>
          </a:p>
        </p:txBody>
      </p:sp>
      <p:sp>
        <p:nvSpPr>
          <p:cNvPr id="8" name="DIV"/>
          <p:cNvSpPr/>
          <p:nvPr/>
        </p:nvSpPr>
        <p:spPr>
          <a:xfrm>
            <a:off x="666750" y="5143500"/>
            <a:ext cx="1714500" cy="47625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QUESTION_ZH"/>
          <p:cNvSpPr txBox="1"/>
          <p:nvPr/>
        </p:nvSpPr>
        <p:spPr>
          <a:xfrm>
            <a:off x="666750" y="5524500"/>
            <a:ext cx="514350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7E6"/>
                </a:solidFill>
              </a:rPr>
              <a:t>{{QUESTION_ZH}}</a:t>
            </a:r>
          </a:p>
        </p:txBody>
      </p:sp>
      <p:sp>
        <p:nvSpPr>
          <p:cNvPr id="10" name="TXT_QUESTION_EN"/>
          <p:cNvSpPr txBox="1"/>
          <p:nvPr/>
        </p:nvSpPr>
        <p:spPr>
          <a:xfrm>
            <a:off x="666750" y="6953250"/>
            <a:ext cx="5143500" cy="1238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7E6"/>
                </a:solidFill>
              </a:rPr>
              <a:t>{{QUESTION_EN}}</a:t>
            </a:r>
          </a:p>
        </p:txBody>
      </p:sp>
      <p:sp>
        <p:nvSpPr>
          <p:cNvPr id="11" name="PHOTO_HOST"/>
          <p:cNvSpPr/>
          <p:nvPr/>
        </p:nvSpPr>
        <p:spPr>
          <a:xfrm>
            <a:off x="6191250" y="2857500"/>
            <a:ext cx="3524250" cy="4476750"/>
          </a:xfrm>
          <a:prstGeom prst="roundRect">
            <a:avLst>
              <a:gd name="adj" fmla="val 5000"/>
            </a:avLst>
          </a:prstGeom>
          <a:solidFill>
            <a:srgbClr val="01253A"/>
          </a:solidFill>
          <a:ln w="1905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7E6"/>
                </a:solidFill>
              </a:rPr>
              <a:t>PHOTO_HOST
主持人照片（開檔後替換）</a:t>
            </a:r>
          </a:p>
        </p:txBody>
      </p:sp>
      <p:sp>
        <p:nvSpPr>
          <p:cNvPr id="12" name="TXT_HOST_NAME"/>
          <p:cNvSpPr txBox="1"/>
          <p:nvPr/>
        </p:nvSpPr>
        <p:spPr>
          <a:xfrm>
            <a:off x="6191250" y="7477125"/>
            <a:ext cx="35242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9A441"/>
                </a:solidFill>
              </a:rPr>
              <a:t>{{HOST_NAME}}</a:t>
            </a:r>
          </a:p>
        </p:txBody>
      </p:sp>
      <p:sp>
        <p:nvSpPr>
          <p:cNvPr id="13" name="BAND"/>
          <p:cNvSpPr/>
          <p:nvPr/>
        </p:nvSpPr>
        <p:spPr>
          <a:xfrm>
            <a:off x="0" y="9620250"/>
            <a:ext cx="10287000" cy="3238500"/>
          </a:xfrm>
          <a:prstGeom prst="rect">
            <a:avLst/>
          </a:prstGeom>
          <a:solidFill>
            <a:srgbClr val="01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ND_LINE"/>
          <p:cNvSpPr/>
          <p:nvPr/>
        </p:nvSpPr>
        <p:spPr>
          <a:xfrm>
            <a:off x="0" y="9620250"/>
            <a:ext cx="10287000" cy="381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DATE"/>
          <p:cNvSpPr txBox="1"/>
          <p:nvPr/>
        </p:nvSpPr>
        <p:spPr>
          <a:xfrm>
            <a:off x="666750" y="10001250"/>
            <a:ext cx="43815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A441"/>
                </a:solidFill>
              </a:rPr>
              <a:t>日期　</a:t>
            </a:r>
            <a:r>
              <a:rPr sz="2200" b="0" i="0">
                <a:solidFill>
                  <a:srgbClr val="FFF7E6"/>
                </a:solidFill>
              </a:rPr>
              <a:t>{{DATE}}</a:t>
            </a:r>
          </a:p>
        </p:txBody>
      </p:sp>
      <p:sp>
        <p:nvSpPr>
          <p:cNvPr id="16" name="TXT_TIME"/>
          <p:cNvSpPr txBox="1"/>
          <p:nvPr/>
        </p:nvSpPr>
        <p:spPr>
          <a:xfrm>
            <a:off x="5334000" y="10001250"/>
            <a:ext cx="43815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A441"/>
                </a:solidFill>
              </a:rPr>
              <a:t>時間　</a:t>
            </a:r>
            <a:r>
              <a:rPr sz="2200" b="0" i="0">
                <a:solidFill>
                  <a:srgbClr val="FFF7E6"/>
                </a:solidFill>
              </a:rPr>
              <a:t>{{TIME}}</a:t>
            </a:r>
          </a:p>
        </p:txBody>
      </p:sp>
      <p:sp>
        <p:nvSpPr>
          <p:cNvPr id="17" name="TXT_VENUE"/>
          <p:cNvSpPr txBox="1"/>
          <p:nvPr/>
        </p:nvSpPr>
        <p:spPr>
          <a:xfrm>
            <a:off x="666750" y="10572750"/>
            <a:ext cx="904875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A441"/>
                </a:solidFill>
              </a:rPr>
              <a:t>地點　</a:t>
            </a:r>
            <a:r>
              <a:rPr sz="2200" b="0" i="0">
                <a:solidFill>
                  <a:srgbClr val="FFF7E6"/>
                </a:solidFill>
              </a:rPr>
              <a:t>{{VENUE}}</a:t>
            </a:r>
          </a:p>
        </p:txBody>
      </p:sp>
      <p:sp>
        <p:nvSpPr>
          <p:cNvPr id="18" name="TXT_TRANSPORT"/>
          <p:cNvSpPr txBox="1"/>
          <p:nvPr/>
        </p:nvSpPr>
        <p:spPr>
          <a:xfrm>
            <a:off x="666750" y="11144250"/>
            <a:ext cx="5905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9A441"/>
                </a:solidFill>
              </a:rPr>
              <a:t>交通　</a:t>
            </a:r>
            <a:r>
              <a:rPr sz="1800" b="0" i="0">
                <a:solidFill>
                  <a:srgbClr val="FFF7E6"/>
                </a:solidFill>
              </a:rPr>
              <a:t>{{TRANSPORT}}</a:t>
            </a:r>
          </a:p>
        </p:txBody>
      </p:sp>
      <p:sp>
        <p:nvSpPr>
          <p:cNvPr id="19" name="TXT_FEE"/>
          <p:cNvSpPr txBox="1"/>
          <p:nvPr/>
        </p:nvSpPr>
        <p:spPr>
          <a:xfrm>
            <a:off x="6858000" y="11144250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A441"/>
                </a:solidFill>
              </a:rPr>
              <a:t>費用　</a:t>
            </a:r>
            <a:r>
              <a:rPr sz="2000" b="0" i="0">
                <a:solidFill>
                  <a:srgbClr val="FFF7E6"/>
                </a:solidFill>
              </a:rPr>
              <a:t>{{FEE}}</a:t>
            </a:r>
          </a:p>
        </p:txBody>
      </p:sp>
      <p:sp>
        <p:nvSpPr>
          <p:cNvPr id="20" name="TXT_REGISTER_URL"/>
          <p:cNvSpPr txBox="1"/>
          <p:nvPr/>
        </p:nvSpPr>
        <p:spPr>
          <a:xfrm>
            <a:off x="666750" y="11811000"/>
            <a:ext cx="90487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A441"/>
                </a:solidFill>
              </a:rPr>
              <a:t>報名　</a:t>
            </a:r>
            <a:r>
              <a:rPr sz="1500" b="0" i="0">
                <a:solidFill>
                  <a:srgbClr val="D9A441"/>
                </a:solidFill>
              </a:rPr>
              <a:t>{{REGISTER_URL}}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